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7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2"/>
  </p:handoutMasterIdLst>
  <p:sldIdLst>
    <p:sldId id="268" r:id="rId3"/>
    <p:sldId id="276" r:id="rId5"/>
    <p:sldId id="286" r:id="rId6"/>
    <p:sldId id="287" r:id="rId7"/>
    <p:sldId id="288" r:id="rId8"/>
    <p:sldId id="308" r:id="rId9"/>
    <p:sldId id="310" r:id="rId10"/>
    <p:sldId id="311" r:id="rId11"/>
    <p:sldId id="314" r:id="rId12"/>
    <p:sldId id="312" r:id="rId13"/>
    <p:sldId id="315" r:id="rId14"/>
    <p:sldId id="316" r:id="rId15"/>
    <p:sldId id="320" r:id="rId16"/>
    <p:sldId id="317" r:id="rId17"/>
    <p:sldId id="328" r:id="rId18"/>
    <p:sldId id="318" r:id="rId19"/>
    <p:sldId id="319" r:id="rId20"/>
    <p:sldId id="323" r:id="rId21"/>
    <p:sldId id="324" r:id="rId22"/>
    <p:sldId id="321" r:id="rId23"/>
    <p:sldId id="327" r:id="rId24"/>
    <p:sldId id="322" r:id="rId25"/>
    <p:sldId id="298" r:id="rId26"/>
    <p:sldId id="325" r:id="rId27"/>
    <p:sldId id="330" r:id="rId28"/>
    <p:sldId id="329" r:id="rId29"/>
    <p:sldId id="289" r:id="rId30"/>
    <p:sldId id="277" r:id="rId31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7" userDrawn="1">
          <p15:clr>
            <a:srgbClr val="A4A3A4"/>
          </p15:clr>
        </p15:guide>
        <p15:guide id="2" pos="38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A1"/>
    <a:srgbClr val="B2B2B2"/>
    <a:srgbClr val="004A82"/>
    <a:srgbClr val="00355C"/>
    <a:srgbClr val="00487E"/>
    <a:srgbClr val="398B83"/>
    <a:srgbClr val="4AB4AA"/>
    <a:srgbClr val="80CBC4"/>
    <a:srgbClr val="002B4C"/>
    <a:srgbClr val="4473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9274" autoAdjust="0"/>
  </p:normalViewPr>
  <p:slideViewPr>
    <p:cSldViewPr snapToGrid="0" showGuides="1">
      <p:cViewPr varScale="1">
        <p:scale>
          <a:sx n="75" d="100"/>
          <a:sy n="75" d="100"/>
        </p:scale>
        <p:origin x="-90" y="-330"/>
      </p:cViewPr>
      <p:guideLst>
        <p:guide orient="horz" pos="2017"/>
        <p:guide pos="38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58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</a:defRPr>
            </a:lvl1pPr>
          </a:lstStyle>
          <a:p>
            <a:fld id="{49A552A8-ECE7-49AA-8726-BE90DBC119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</a:defRPr>
            </a:lvl1pPr>
          </a:lstStyle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6" Type="http://schemas.openxmlformats.org/officeDocument/2006/relationships/notesSlide" Target="../notesSlides/notesSlide9.xml"/><Relationship Id="rId45" Type="http://schemas.openxmlformats.org/officeDocument/2006/relationships/slideLayout" Target="../slideLayouts/slideLayout1.xml"/><Relationship Id="rId44" Type="http://schemas.openxmlformats.org/officeDocument/2006/relationships/image" Target="../media/image5.svg"/><Relationship Id="rId43" Type="http://schemas.openxmlformats.org/officeDocument/2006/relationships/image" Target="../media/image4.png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ags" Target="../tags/tag43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ags" Target="../tags/tag5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ags" Target="../tags/tag55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tags" Target="../tags/tag5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ags" Target="../tags/tag5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705866" y="0"/>
            <a:ext cx="2780268" cy="3063728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4875891" y="408799"/>
              <a:ext cx="2439190" cy="243919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矩形 13"/>
          <p:cNvSpPr/>
          <p:nvPr/>
        </p:nvSpPr>
        <p:spPr>
          <a:xfrm>
            <a:off x="0" y="5223311"/>
            <a:ext cx="12192000" cy="1634689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5053673"/>
            <a:ext cx="12192000" cy="77108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419860" y="3051810"/>
            <a:ext cx="93745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手写作业</a:t>
            </a:r>
            <a:r>
              <a:rPr lang="en-US" altLang="zh-CN" sz="5400" b="1" dirty="0" smtClean="0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OCR</a:t>
            </a:r>
            <a:r>
              <a:rPr lang="zh-CN" altLang="en-US" sz="5400" b="1" dirty="0" smtClean="0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识别与基础批改系统的实现（</a:t>
            </a:r>
            <a:r>
              <a:rPr lang="en-US" altLang="zh-CN" sz="5400" b="1" dirty="0" smtClean="0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5400" b="1" dirty="0" smtClean="0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版）</a:t>
            </a:r>
            <a:endParaRPr lang="zh-CN" altLang="en-US" sz="5400" b="1" dirty="0" smtClean="0">
              <a:solidFill>
                <a:srgbClr val="005C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"/>
          <p:cNvSpPr>
            <a:spLocks noChangeArrowheads="1"/>
          </p:cNvSpPr>
          <p:nvPr/>
        </p:nvSpPr>
        <p:spPr bwMode="auto">
          <a:xfrm>
            <a:off x="8926830" y="4695825"/>
            <a:ext cx="3001645" cy="299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sz="1600" dirty="0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————工程实践结题答辩</a:t>
            </a:r>
            <a:endParaRPr lang="zh-CN" sz="1600" dirty="0">
              <a:solidFill>
                <a:srgbClr val="005C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820160" y="5587365"/>
            <a:ext cx="4549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90204" pitchFamily="34" charset="0"/>
              <a:buNone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小组成员：林文光、廖帅、林睿埼、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林嘉晨</a:t>
            </a:r>
            <a:endParaRPr lang="zh-CN" altLang="en-US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041" t="4894"/>
          <a:stretch>
            <a:fillRect/>
          </a:stretch>
        </p:blipFill>
        <p:spPr>
          <a:xfrm>
            <a:off x="5077460" y="634365"/>
            <a:ext cx="2035175" cy="2032000"/>
          </a:xfrm>
          <a:prstGeom prst="ellipse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166995" y="6105525"/>
            <a:ext cx="1855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90204" pitchFamily="34" charset="0"/>
              <a:buNone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汇报人：林嘉晨</a:t>
            </a:r>
            <a:endParaRPr lang="zh-CN" altLang="en-US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4" grpId="0" animBg="1"/>
      <p:bldP spid="15" grpId="0" animBg="1"/>
      <p:bldP spid="16" grpId="0"/>
      <p:bldP spid="17" grpId="0"/>
      <p:bldP spid="20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916536" y="921385"/>
            <a:ext cx="4481214" cy="767990"/>
            <a:chOff x="8487" y="1980"/>
            <a:chExt cx="7057" cy="1209"/>
          </a:xfrm>
        </p:grpSpPr>
        <p:grpSp>
          <p:nvGrpSpPr>
            <p:cNvPr id="2" name="组合 1"/>
            <p:cNvGrpSpPr/>
            <p:nvPr/>
          </p:nvGrpSpPr>
          <p:grpSpPr>
            <a:xfrm>
              <a:off x="8487" y="1980"/>
              <a:ext cx="1538" cy="1209"/>
              <a:chOff x="5389226" y="1257300"/>
              <a:chExt cx="976380" cy="767990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5493421" y="1257300"/>
                <a:ext cx="767990" cy="767990"/>
              </a:xfrm>
              <a:prstGeom prst="rect">
                <a:avLst/>
              </a:prstGeom>
              <a:solidFill>
                <a:srgbClr val="005C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5389226" y="1351966"/>
                <a:ext cx="976380" cy="654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10218" y="2129"/>
              <a:ext cx="5326" cy="82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</a:t>
              </a:r>
              <a:r>
                <a:rPr lang="zh-CN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需求分析</a:t>
              </a:r>
              <a:endPara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 rot="5400000">
            <a:off x="-2611658" y="2611657"/>
            <a:ext cx="6858001" cy="1634689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5400000">
            <a:off x="-1663229" y="3390448"/>
            <a:ext cx="6858001" cy="77108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27377" y="247904"/>
            <a:ext cx="1015663" cy="17589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5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916536" y="2811780"/>
            <a:ext cx="2703008" cy="767990"/>
            <a:chOff x="8487" y="1980"/>
            <a:chExt cx="4257" cy="1209"/>
          </a:xfrm>
        </p:grpSpPr>
        <p:grpSp>
          <p:nvGrpSpPr>
            <p:cNvPr id="38" name="组合 37"/>
            <p:cNvGrpSpPr/>
            <p:nvPr/>
          </p:nvGrpSpPr>
          <p:grpSpPr>
            <a:xfrm>
              <a:off x="8487" y="1980"/>
              <a:ext cx="1538" cy="1209"/>
              <a:chOff x="5389226" y="1257300"/>
              <a:chExt cx="976380" cy="767990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5493421" y="1257300"/>
                <a:ext cx="767990" cy="767990"/>
              </a:xfrm>
              <a:prstGeom prst="rect">
                <a:avLst/>
              </a:prstGeom>
              <a:solidFill>
                <a:srgbClr val="005C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5389226" y="1351966"/>
                <a:ext cx="976380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7" name="文本框 46"/>
            <p:cNvSpPr txBox="1"/>
            <p:nvPr/>
          </p:nvSpPr>
          <p:spPr>
            <a:xfrm>
              <a:off x="10218" y="2129"/>
              <a:ext cx="2526" cy="82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技术选型</a:t>
              </a:r>
              <a:endPara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916555" y="4779645"/>
            <a:ext cx="3543300" cy="767715"/>
            <a:chOff x="8487" y="1980"/>
            <a:chExt cx="5580" cy="1209"/>
          </a:xfrm>
        </p:grpSpPr>
        <p:grpSp>
          <p:nvGrpSpPr>
            <p:cNvPr id="49" name="组合 48"/>
            <p:cNvGrpSpPr/>
            <p:nvPr/>
          </p:nvGrpSpPr>
          <p:grpSpPr>
            <a:xfrm>
              <a:off x="8487" y="1980"/>
              <a:ext cx="1538" cy="1209"/>
              <a:chOff x="5389226" y="1257300"/>
              <a:chExt cx="976380" cy="767990"/>
            </a:xfrm>
          </p:grpSpPr>
          <p:sp>
            <p:nvSpPr>
              <p:cNvPr id="50" name="矩形 49"/>
              <p:cNvSpPr/>
              <p:nvPr/>
            </p:nvSpPr>
            <p:spPr>
              <a:xfrm>
                <a:off x="5493421" y="1257300"/>
                <a:ext cx="767990" cy="767990"/>
              </a:xfrm>
              <a:prstGeom prst="rect">
                <a:avLst/>
              </a:prstGeom>
              <a:solidFill>
                <a:srgbClr val="005C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5389226" y="1351966"/>
                <a:ext cx="976380" cy="583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endPara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2" name="文本框 51"/>
            <p:cNvSpPr txBox="1"/>
            <p:nvPr/>
          </p:nvSpPr>
          <p:spPr>
            <a:xfrm>
              <a:off x="10218" y="2129"/>
              <a:ext cx="3849" cy="820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系统架构</a:t>
              </a:r>
              <a:r>
                <a:rPr lang="zh-CN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解析</a:t>
              </a:r>
              <a:endPara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7577455" y="915670"/>
            <a:ext cx="3415030" cy="767715"/>
            <a:chOff x="8487" y="1980"/>
            <a:chExt cx="5378" cy="1209"/>
          </a:xfrm>
        </p:grpSpPr>
        <p:grpSp>
          <p:nvGrpSpPr>
            <p:cNvPr id="54" name="组合 53"/>
            <p:cNvGrpSpPr/>
            <p:nvPr/>
          </p:nvGrpSpPr>
          <p:grpSpPr>
            <a:xfrm>
              <a:off x="8487" y="1980"/>
              <a:ext cx="1538" cy="1209"/>
              <a:chOff x="5389226" y="1257300"/>
              <a:chExt cx="976380" cy="767990"/>
            </a:xfrm>
          </p:grpSpPr>
          <p:sp>
            <p:nvSpPr>
              <p:cNvPr id="55" name="矩形 54"/>
              <p:cNvSpPr/>
              <p:nvPr/>
            </p:nvSpPr>
            <p:spPr>
              <a:xfrm>
                <a:off x="5493421" y="1257300"/>
                <a:ext cx="767990" cy="767990"/>
              </a:xfrm>
              <a:prstGeom prst="rect">
                <a:avLst/>
              </a:prstGeom>
              <a:solidFill>
                <a:srgbClr val="005C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5389226" y="1351966"/>
                <a:ext cx="976380" cy="583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endPara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7" name="文本框 56"/>
            <p:cNvSpPr txBox="1"/>
            <p:nvPr/>
          </p:nvSpPr>
          <p:spPr>
            <a:xfrm>
              <a:off x="10218" y="2129"/>
              <a:ext cx="3647" cy="820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</a:t>
              </a:r>
              <a:r>
                <a:rPr lang="zh-CN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测试</a:t>
              </a:r>
              <a:endPara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7577455" y="2806065"/>
            <a:ext cx="2439670" cy="767715"/>
            <a:chOff x="8487" y="1980"/>
            <a:chExt cx="3842" cy="1209"/>
          </a:xfrm>
        </p:grpSpPr>
        <p:grpSp>
          <p:nvGrpSpPr>
            <p:cNvPr id="59" name="组合 58"/>
            <p:cNvGrpSpPr/>
            <p:nvPr/>
          </p:nvGrpSpPr>
          <p:grpSpPr>
            <a:xfrm>
              <a:off x="8487" y="1980"/>
              <a:ext cx="1538" cy="1209"/>
              <a:chOff x="5389226" y="1257300"/>
              <a:chExt cx="976380" cy="767990"/>
            </a:xfrm>
          </p:grpSpPr>
          <p:sp>
            <p:nvSpPr>
              <p:cNvPr id="60" name="矩形 59"/>
              <p:cNvSpPr/>
              <p:nvPr/>
            </p:nvSpPr>
            <p:spPr>
              <a:xfrm>
                <a:off x="5493421" y="1257300"/>
                <a:ext cx="767990" cy="767990"/>
              </a:xfrm>
              <a:prstGeom prst="rect">
                <a:avLst/>
              </a:prstGeom>
              <a:solidFill>
                <a:srgbClr val="005C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5389226" y="1351966"/>
                <a:ext cx="976380" cy="583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endPara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2" name="文本框 61"/>
            <p:cNvSpPr txBox="1"/>
            <p:nvPr/>
          </p:nvSpPr>
          <p:spPr>
            <a:xfrm>
              <a:off x="10218" y="2129"/>
              <a:ext cx="2111" cy="820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  <a:endPara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7577455" y="4779645"/>
            <a:ext cx="3415030" cy="767715"/>
            <a:chOff x="8487" y="1980"/>
            <a:chExt cx="5378" cy="1209"/>
          </a:xfrm>
        </p:grpSpPr>
        <p:grpSp>
          <p:nvGrpSpPr>
            <p:cNvPr id="64" name="组合 63"/>
            <p:cNvGrpSpPr/>
            <p:nvPr/>
          </p:nvGrpSpPr>
          <p:grpSpPr>
            <a:xfrm>
              <a:off x="8487" y="1980"/>
              <a:ext cx="1538" cy="1209"/>
              <a:chOff x="5389226" y="1257300"/>
              <a:chExt cx="976380" cy="767990"/>
            </a:xfrm>
          </p:grpSpPr>
          <p:sp>
            <p:nvSpPr>
              <p:cNvPr id="65" name="矩形 64"/>
              <p:cNvSpPr/>
              <p:nvPr/>
            </p:nvSpPr>
            <p:spPr>
              <a:xfrm>
                <a:off x="5493421" y="1257300"/>
                <a:ext cx="767990" cy="767990"/>
              </a:xfrm>
              <a:prstGeom prst="rect">
                <a:avLst/>
              </a:prstGeom>
              <a:solidFill>
                <a:srgbClr val="005C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5389226" y="1351966"/>
                <a:ext cx="976380" cy="583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  <a:endPara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7" name="文本框 66"/>
            <p:cNvSpPr txBox="1"/>
            <p:nvPr/>
          </p:nvSpPr>
          <p:spPr>
            <a:xfrm>
              <a:off x="10218" y="2129"/>
              <a:ext cx="3647" cy="820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小组分工</a:t>
              </a:r>
              <a:endPara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5" grpId="1" animBg="1"/>
      <p:bldP spid="6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928" y="378280"/>
            <a:ext cx="7246327" cy="7337033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144270" y="2933700"/>
            <a:ext cx="5558155" cy="1287780"/>
          </a:xfrm>
          <a:prstGeom prst="rect">
            <a:avLst/>
          </a:prstGeom>
        </p:spPr>
        <p:txBody>
          <a:bodyPr wrap="square" lIns="91438" tIns="45719" rIns="91438" bIns="45719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OCR</a:t>
            </a:r>
            <a:r>
              <a:rPr lang="zh-CN" altLang="en-US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</a:t>
            </a:r>
            <a:r>
              <a:rPr lang="zh-CN" altLang="en-US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通过将纸质教材、手写作业等印刷或手写文字高效转换为可编辑的数字化文本，为教育资源的处理提供了高效解决方案。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l">
              <a:lnSpc>
                <a:spcPct val="150000"/>
              </a:lnSpc>
            </a:pPr>
            <a:endParaRPr lang="en-US" altLang="zh-CN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144270" y="1043305"/>
            <a:ext cx="5558155" cy="1628140"/>
          </a:xfrm>
          <a:prstGeom prst="rect">
            <a:avLst/>
          </a:prstGeom>
        </p:spPr>
        <p:txBody>
          <a:bodyPr wrap="square" lIns="91438" tIns="45719" rIns="91438" bIns="45719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人工</a:t>
            </a:r>
            <a:r>
              <a:rPr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批改</a:t>
            </a:r>
            <a:endParaRPr lang="zh-CN" altLang="en-US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ts val="2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教师需逐一批改，耗时极长</a:t>
            </a:r>
            <a:endParaRPr lang="zh-CN" altLang="en-US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ts val="2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评分标准易受主观因素影响</a:t>
            </a:r>
            <a:endParaRPr lang="zh-CN" altLang="en-US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ts val="2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为教师带来巨大的、重复性的体力与脑力负担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"/>
            </a:pPr>
            <a:endParaRPr lang="zh-CN" altLang="en-US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44270" y="4483735"/>
            <a:ext cx="5558155" cy="1732280"/>
          </a:xfrm>
          <a:prstGeom prst="rect">
            <a:avLst/>
          </a:prstGeom>
        </p:spPr>
        <p:txBody>
          <a:bodyPr wrap="square" lIns="91438" tIns="45719" rIns="91438" bIns="45719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OCR</a:t>
            </a:r>
            <a:r>
              <a:rPr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批改</a:t>
            </a:r>
            <a:endParaRPr lang="zh-CN" altLang="en-US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ts val="2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批量、快速地将手写内容数字化</a:t>
            </a:r>
            <a:endParaRPr lang="zh-CN" altLang="en-US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ts val="2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节省教师时间，即时反馈结果</a:t>
            </a:r>
            <a:endParaRPr lang="zh-CN" altLang="en-US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ts val="2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擅长识别对错和固定模式的答案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l">
              <a:lnSpc>
                <a:spcPct val="150000"/>
              </a:lnSpc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  <p:bldP spid="12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Freeform 42"/>
          <p:cNvSpPr>
            <a:spLocks noEditPoints="1" noChangeArrowheads="1"/>
          </p:cNvSpPr>
          <p:nvPr/>
        </p:nvSpPr>
        <p:spPr bwMode="auto">
          <a:xfrm>
            <a:off x="306070" y="2070654"/>
            <a:ext cx="6178605" cy="3340068"/>
          </a:xfrm>
          <a:custGeom>
            <a:avLst/>
            <a:gdLst>
              <a:gd name="T0" fmla="*/ 1827500 w 3458"/>
              <a:gd name="T1" fmla="*/ 3284911 h 1870"/>
              <a:gd name="T2" fmla="*/ 1972782 w 3458"/>
              <a:gd name="T3" fmla="*/ 3139679 h 1870"/>
              <a:gd name="T4" fmla="*/ 3565154 w 3458"/>
              <a:gd name="T5" fmla="*/ 2994447 h 1870"/>
              <a:gd name="T6" fmla="*/ 5597196 w 3458"/>
              <a:gd name="T7" fmla="*/ 2849216 h 1870"/>
              <a:gd name="T8" fmla="*/ 3419872 w 3458"/>
              <a:gd name="T9" fmla="*/ 2849216 h 1870"/>
              <a:gd name="T10" fmla="*/ 5451914 w 3458"/>
              <a:gd name="T11" fmla="*/ 2700162 h 1870"/>
              <a:gd name="T12" fmla="*/ 2263347 w 3458"/>
              <a:gd name="T13" fmla="*/ 2700162 h 1870"/>
              <a:gd name="T14" fmla="*/ 3710436 w 3458"/>
              <a:gd name="T15" fmla="*/ 2556841 h 1870"/>
              <a:gd name="T16" fmla="*/ 1827500 w 3458"/>
              <a:gd name="T17" fmla="*/ 2556841 h 1870"/>
              <a:gd name="T18" fmla="*/ 3853807 w 3458"/>
              <a:gd name="T19" fmla="*/ 2411610 h 1870"/>
              <a:gd name="T20" fmla="*/ 1972782 w 3458"/>
              <a:gd name="T21" fmla="*/ 2411610 h 1870"/>
              <a:gd name="T22" fmla="*/ 3853807 w 3458"/>
              <a:gd name="T23" fmla="*/ 2266378 h 1870"/>
              <a:gd name="T24" fmla="*/ 2118065 w 3458"/>
              <a:gd name="T25" fmla="*/ 2266378 h 1870"/>
              <a:gd name="T26" fmla="*/ 3853807 w 3458"/>
              <a:gd name="T27" fmla="*/ 2121146 h 1870"/>
              <a:gd name="T28" fmla="*/ 2840654 w 3458"/>
              <a:gd name="T29" fmla="*/ 2121146 h 1870"/>
              <a:gd name="T30" fmla="*/ 4723590 w 3458"/>
              <a:gd name="T31" fmla="*/ 1977826 h 1870"/>
              <a:gd name="T32" fmla="*/ 3565154 w 3458"/>
              <a:gd name="T33" fmla="*/ 1977826 h 1870"/>
              <a:gd name="T34" fmla="*/ 1393564 w 3458"/>
              <a:gd name="T35" fmla="*/ 1977826 h 1870"/>
              <a:gd name="T36" fmla="*/ 4578308 w 3458"/>
              <a:gd name="T37" fmla="*/ 1832594 h 1870"/>
              <a:gd name="T38" fmla="*/ 3419872 w 3458"/>
              <a:gd name="T39" fmla="*/ 1832594 h 1870"/>
              <a:gd name="T40" fmla="*/ 1104911 w 3458"/>
              <a:gd name="T41" fmla="*/ 1832594 h 1870"/>
              <a:gd name="T42" fmla="*/ 4578308 w 3458"/>
              <a:gd name="T43" fmla="*/ 1687362 h 1870"/>
              <a:gd name="T44" fmla="*/ 3419872 w 3458"/>
              <a:gd name="T45" fmla="*/ 1687362 h 1870"/>
              <a:gd name="T46" fmla="*/ 1104911 w 3458"/>
              <a:gd name="T47" fmla="*/ 1687362 h 1870"/>
              <a:gd name="T48" fmla="*/ 4868873 w 3458"/>
              <a:gd name="T49" fmla="*/ 1542131 h 1870"/>
              <a:gd name="T50" fmla="*/ 3853807 w 3458"/>
              <a:gd name="T51" fmla="*/ 1542131 h 1870"/>
              <a:gd name="T52" fmla="*/ 1393564 w 3458"/>
              <a:gd name="T53" fmla="*/ 1542131 h 1870"/>
              <a:gd name="T54" fmla="*/ 5306631 w 3458"/>
              <a:gd name="T55" fmla="*/ 1398810 h 1870"/>
              <a:gd name="T56" fmla="*/ 4289655 w 3458"/>
              <a:gd name="T57" fmla="*/ 1398810 h 1870"/>
              <a:gd name="T58" fmla="*/ 1684129 w 3458"/>
              <a:gd name="T59" fmla="*/ 1398810 h 1870"/>
              <a:gd name="T60" fmla="*/ 5597196 w 3458"/>
              <a:gd name="T61" fmla="*/ 1253578 h 1870"/>
              <a:gd name="T62" fmla="*/ 4578308 w 3458"/>
              <a:gd name="T63" fmla="*/ 1253578 h 1870"/>
              <a:gd name="T64" fmla="*/ 3565154 w 3458"/>
              <a:gd name="T65" fmla="*/ 1253578 h 1870"/>
              <a:gd name="T66" fmla="*/ 1684129 w 3458"/>
              <a:gd name="T67" fmla="*/ 1253578 h 1870"/>
              <a:gd name="T68" fmla="*/ 6031132 w 3458"/>
              <a:gd name="T69" fmla="*/ 1104525 h 1870"/>
              <a:gd name="T70" fmla="*/ 4868873 w 3458"/>
              <a:gd name="T71" fmla="*/ 1104525 h 1870"/>
              <a:gd name="T72" fmla="*/ 3853807 w 3458"/>
              <a:gd name="T73" fmla="*/ 1104525 h 1870"/>
              <a:gd name="T74" fmla="*/ 1827500 w 3458"/>
              <a:gd name="T75" fmla="*/ 1104525 h 1870"/>
              <a:gd name="T76" fmla="*/ 814346 w 3458"/>
              <a:gd name="T77" fmla="*/ 1104525 h 1870"/>
              <a:gd name="T78" fmla="*/ 5740567 w 3458"/>
              <a:gd name="T79" fmla="*/ 959293 h 1870"/>
              <a:gd name="T80" fmla="*/ 4723590 w 3458"/>
              <a:gd name="T81" fmla="*/ 959293 h 1870"/>
              <a:gd name="T82" fmla="*/ 3710436 w 3458"/>
              <a:gd name="T83" fmla="*/ 959293 h 1870"/>
              <a:gd name="T84" fmla="*/ 1393564 w 3458"/>
              <a:gd name="T85" fmla="*/ 959293 h 1870"/>
              <a:gd name="T86" fmla="*/ 235128 w 3458"/>
              <a:gd name="T87" fmla="*/ 959293 h 1870"/>
              <a:gd name="T88" fmla="*/ 5740567 w 3458"/>
              <a:gd name="T89" fmla="*/ 814062 h 1870"/>
              <a:gd name="T90" fmla="*/ 4723590 w 3458"/>
              <a:gd name="T91" fmla="*/ 814062 h 1870"/>
              <a:gd name="T92" fmla="*/ 3710436 w 3458"/>
              <a:gd name="T93" fmla="*/ 814062 h 1870"/>
              <a:gd name="T94" fmla="*/ 1827500 w 3458"/>
              <a:gd name="T95" fmla="*/ 814062 h 1870"/>
              <a:gd name="T96" fmla="*/ 814346 w 3458"/>
              <a:gd name="T97" fmla="*/ 814062 h 1870"/>
              <a:gd name="T98" fmla="*/ 6319785 w 3458"/>
              <a:gd name="T99" fmla="*/ 670741 h 1870"/>
              <a:gd name="T100" fmla="*/ 5306631 w 3458"/>
              <a:gd name="T101" fmla="*/ 670741 h 1870"/>
              <a:gd name="T102" fmla="*/ 4289655 w 3458"/>
              <a:gd name="T103" fmla="*/ 670741 h 1870"/>
              <a:gd name="T104" fmla="*/ 2263347 w 3458"/>
              <a:gd name="T105" fmla="*/ 670741 h 1870"/>
              <a:gd name="T106" fmla="*/ 959629 w 3458"/>
              <a:gd name="T107" fmla="*/ 670741 h 1870"/>
              <a:gd name="T108" fmla="*/ 5885850 w 3458"/>
              <a:gd name="T109" fmla="*/ 525509 h 1870"/>
              <a:gd name="T110" fmla="*/ 4723590 w 3458"/>
              <a:gd name="T111" fmla="*/ 525509 h 1870"/>
              <a:gd name="T112" fmla="*/ 2263347 w 3458"/>
              <a:gd name="T113" fmla="*/ 525509 h 1870"/>
              <a:gd name="T114" fmla="*/ 814346 w 3458"/>
              <a:gd name="T115" fmla="*/ 525509 h 1870"/>
              <a:gd name="T116" fmla="*/ 3565154 w 3458"/>
              <a:gd name="T117" fmla="*/ 380278 h 1870"/>
              <a:gd name="T118" fmla="*/ 1538847 w 3458"/>
              <a:gd name="T119" fmla="*/ 380278 h 1870"/>
              <a:gd name="T120" fmla="*/ 3419872 w 3458"/>
              <a:gd name="T121" fmla="*/ 235046 h 1870"/>
              <a:gd name="T122" fmla="*/ 1684129 w 3458"/>
              <a:gd name="T123" fmla="*/ 235046 h 1870"/>
              <a:gd name="T124" fmla="*/ 2552000 w 3458"/>
              <a:gd name="T125" fmla="*/ 91725 h 1870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  <a:gd name="T189" fmla="*/ 0 w 3458"/>
              <a:gd name="T190" fmla="*/ 0 h 1870"/>
              <a:gd name="T191" fmla="*/ 3458 w 3458"/>
              <a:gd name="T192" fmla="*/ 1870 h 1870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T189" t="T190" r="T191" b="T192"/>
            <a:pathLst>
              <a:path w="3458" h="1870">
                <a:moveTo>
                  <a:pt x="956" y="1870"/>
                </a:moveTo>
                <a:lnTo>
                  <a:pt x="909" y="1870"/>
                </a:lnTo>
                <a:lnTo>
                  <a:pt x="909" y="1823"/>
                </a:lnTo>
                <a:lnTo>
                  <a:pt x="956" y="1823"/>
                </a:lnTo>
                <a:lnTo>
                  <a:pt x="956" y="1870"/>
                </a:lnTo>
                <a:close/>
                <a:moveTo>
                  <a:pt x="3230" y="1794"/>
                </a:moveTo>
                <a:lnTo>
                  <a:pt x="3181" y="1794"/>
                </a:lnTo>
                <a:lnTo>
                  <a:pt x="3181" y="1747"/>
                </a:lnTo>
                <a:lnTo>
                  <a:pt x="3230" y="1747"/>
                </a:lnTo>
                <a:lnTo>
                  <a:pt x="3230" y="1794"/>
                </a:lnTo>
                <a:close/>
                <a:moveTo>
                  <a:pt x="956" y="1794"/>
                </a:moveTo>
                <a:lnTo>
                  <a:pt x="909" y="1794"/>
                </a:lnTo>
                <a:lnTo>
                  <a:pt x="909" y="1747"/>
                </a:lnTo>
                <a:lnTo>
                  <a:pt x="956" y="1747"/>
                </a:lnTo>
                <a:lnTo>
                  <a:pt x="956" y="1794"/>
                </a:lnTo>
                <a:close/>
                <a:moveTo>
                  <a:pt x="3306" y="1719"/>
                </a:moveTo>
                <a:lnTo>
                  <a:pt x="3257" y="1719"/>
                </a:lnTo>
                <a:lnTo>
                  <a:pt x="3257" y="1671"/>
                </a:lnTo>
                <a:lnTo>
                  <a:pt x="3306" y="1671"/>
                </a:lnTo>
                <a:lnTo>
                  <a:pt x="3306" y="1719"/>
                </a:lnTo>
                <a:close/>
                <a:moveTo>
                  <a:pt x="3003" y="1719"/>
                </a:moveTo>
                <a:lnTo>
                  <a:pt x="2954" y="1719"/>
                </a:lnTo>
                <a:lnTo>
                  <a:pt x="2954" y="1671"/>
                </a:lnTo>
                <a:lnTo>
                  <a:pt x="3003" y="1671"/>
                </a:lnTo>
                <a:lnTo>
                  <a:pt x="3003" y="1719"/>
                </a:lnTo>
                <a:close/>
                <a:moveTo>
                  <a:pt x="1032" y="1719"/>
                </a:moveTo>
                <a:lnTo>
                  <a:pt x="985" y="1719"/>
                </a:lnTo>
                <a:lnTo>
                  <a:pt x="985" y="1671"/>
                </a:lnTo>
                <a:lnTo>
                  <a:pt x="1032" y="1671"/>
                </a:lnTo>
                <a:lnTo>
                  <a:pt x="1032" y="1719"/>
                </a:lnTo>
                <a:close/>
                <a:moveTo>
                  <a:pt x="956" y="1719"/>
                </a:moveTo>
                <a:lnTo>
                  <a:pt x="909" y="1719"/>
                </a:lnTo>
                <a:lnTo>
                  <a:pt x="909" y="1671"/>
                </a:lnTo>
                <a:lnTo>
                  <a:pt x="956" y="1671"/>
                </a:lnTo>
                <a:lnTo>
                  <a:pt x="956" y="1719"/>
                </a:lnTo>
                <a:close/>
                <a:moveTo>
                  <a:pt x="3382" y="1643"/>
                </a:moveTo>
                <a:lnTo>
                  <a:pt x="3332" y="1643"/>
                </a:lnTo>
                <a:lnTo>
                  <a:pt x="3332" y="1596"/>
                </a:lnTo>
                <a:lnTo>
                  <a:pt x="3382" y="1596"/>
                </a:lnTo>
                <a:lnTo>
                  <a:pt x="3382" y="1643"/>
                </a:lnTo>
                <a:close/>
                <a:moveTo>
                  <a:pt x="3306" y="1643"/>
                </a:moveTo>
                <a:lnTo>
                  <a:pt x="3257" y="1643"/>
                </a:lnTo>
                <a:lnTo>
                  <a:pt x="3257" y="1596"/>
                </a:lnTo>
                <a:lnTo>
                  <a:pt x="3306" y="1596"/>
                </a:lnTo>
                <a:lnTo>
                  <a:pt x="3306" y="1643"/>
                </a:lnTo>
                <a:close/>
                <a:moveTo>
                  <a:pt x="3079" y="1643"/>
                </a:moveTo>
                <a:lnTo>
                  <a:pt x="3029" y="1643"/>
                </a:lnTo>
                <a:lnTo>
                  <a:pt x="3029" y="1596"/>
                </a:lnTo>
                <a:lnTo>
                  <a:pt x="3079" y="1596"/>
                </a:lnTo>
                <a:lnTo>
                  <a:pt x="3079" y="1643"/>
                </a:lnTo>
                <a:close/>
                <a:moveTo>
                  <a:pt x="3003" y="1643"/>
                </a:moveTo>
                <a:lnTo>
                  <a:pt x="2954" y="1643"/>
                </a:lnTo>
                <a:lnTo>
                  <a:pt x="2954" y="1596"/>
                </a:lnTo>
                <a:lnTo>
                  <a:pt x="3003" y="1596"/>
                </a:lnTo>
                <a:lnTo>
                  <a:pt x="3003" y="1643"/>
                </a:lnTo>
                <a:close/>
                <a:moveTo>
                  <a:pt x="2928" y="1643"/>
                </a:moveTo>
                <a:lnTo>
                  <a:pt x="2878" y="1643"/>
                </a:lnTo>
                <a:lnTo>
                  <a:pt x="2878" y="1596"/>
                </a:lnTo>
                <a:lnTo>
                  <a:pt x="2928" y="1596"/>
                </a:lnTo>
                <a:lnTo>
                  <a:pt x="2928" y="1643"/>
                </a:lnTo>
                <a:close/>
                <a:moveTo>
                  <a:pt x="2776" y="1643"/>
                </a:moveTo>
                <a:lnTo>
                  <a:pt x="2726" y="1643"/>
                </a:lnTo>
                <a:lnTo>
                  <a:pt x="2726" y="1596"/>
                </a:lnTo>
                <a:lnTo>
                  <a:pt x="2776" y="1596"/>
                </a:lnTo>
                <a:lnTo>
                  <a:pt x="2776" y="1643"/>
                </a:lnTo>
                <a:close/>
                <a:moveTo>
                  <a:pt x="1032" y="1643"/>
                </a:moveTo>
                <a:lnTo>
                  <a:pt x="985" y="1643"/>
                </a:lnTo>
                <a:lnTo>
                  <a:pt x="985" y="1596"/>
                </a:lnTo>
                <a:lnTo>
                  <a:pt x="1032" y="1596"/>
                </a:lnTo>
                <a:lnTo>
                  <a:pt x="1032" y="1643"/>
                </a:lnTo>
                <a:close/>
                <a:moveTo>
                  <a:pt x="956" y="1643"/>
                </a:moveTo>
                <a:lnTo>
                  <a:pt x="909" y="1643"/>
                </a:lnTo>
                <a:lnTo>
                  <a:pt x="909" y="1596"/>
                </a:lnTo>
                <a:lnTo>
                  <a:pt x="956" y="1596"/>
                </a:lnTo>
                <a:lnTo>
                  <a:pt x="956" y="1643"/>
                </a:lnTo>
                <a:close/>
                <a:moveTo>
                  <a:pt x="3079" y="1567"/>
                </a:moveTo>
                <a:lnTo>
                  <a:pt x="3029" y="1567"/>
                </a:lnTo>
                <a:lnTo>
                  <a:pt x="3029" y="1517"/>
                </a:lnTo>
                <a:lnTo>
                  <a:pt x="3079" y="1517"/>
                </a:lnTo>
                <a:lnTo>
                  <a:pt x="3079" y="1567"/>
                </a:lnTo>
                <a:close/>
                <a:moveTo>
                  <a:pt x="3003" y="1567"/>
                </a:moveTo>
                <a:lnTo>
                  <a:pt x="2954" y="1567"/>
                </a:lnTo>
                <a:lnTo>
                  <a:pt x="2954" y="1517"/>
                </a:lnTo>
                <a:lnTo>
                  <a:pt x="3003" y="1517"/>
                </a:lnTo>
                <a:lnTo>
                  <a:pt x="3003" y="1567"/>
                </a:lnTo>
                <a:close/>
                <a:moveTo>
                  <a:pt x="2928" y="1567"/>
                </a:moveTo>
                <a:lnTo>
                  <a:pt x="2878" y="1567"/>
                </a:lnTo>
                <a:lnTo>
                  <a:pt x="2878" y="1517"/>
                </a:lnTo>
                <a:lnTo>
                  <a:pt x="2928" y="1517"/>
                </a:lnTo>
                <a:lnTo>
                  <a:pt x="2928" y="1567"/>
                </a:lnTo>
                <a:close/>
                <a:moveTo>
                  <a:pt x="2852" y="1567"/>
                </a:moveTo>
                <a:lnTo>
                  <a:pt x="2802" y="1567"/>
                </a:lnTo>
                <a:lnTo>
                  <a:pt x="2802" y="1517"/>
                </a:lnTo>
                <a:lnTo>
                  <a:pt x="2852" y="1517"/>
                </a:lnTo>
                <a:lnTo>
                  <a:pt x="2852" y="1567"/>
                </a:lnTo>
                <a:close/>
                <a:moveTo>
                  <a:pt x="2776" y="1567"/>
                </a:moveTo>
                <a:lnTo>
                  <a:pt x="2726" y="1567"/>
                </a:lnTo>
                <a:lnTo>
                  <a:pt x="2726" y="1517"/>
                </a:lnTo>
                <a:lnTo>
                  <a:pt x="2776" y="1517"/>
                </a:lnTo>
                <a:lnTo>
                  <a:pt x="2776" y="1567"/>
                </a:lnTo>
                <a:close/>
                <a:moveTo>
                  <a:pt x="1865" y="1567"/>
                </a:moveTo>
                <a:lnTo>
                  <a:pt x="1818" y="1567"/>
                </a:lnTo>
                <a:lnTo>
                  <a:pt x="1818" y="1517"/>
                </a:lnTo>
                <a:lnTo>
                  <a:pt x="1865" y="1517"/>
                </a:lnTo>
                <a:lnTo>
                  <a:pt x="1865" y="1567"/>
                </a:lnTo>
                <a:close/>
                <a:moveTo>
                  <a:pt x="1789" y="1567"/>
                </a:moveTo>
                <a:lnTo>
                  <a:pt x="1742" y="1567"/>
                </a:lnTo>
                <a:lnTo>
                  <a:pt x="1742" y="1517"/>
                </a:lnTo>
                <a:lnTo>
                  <a:pt x="1789" y="1517"/>
                </a:lnTo>
                <a:lnTo>
                  <a:pt x="1789" y="1567"/>
                </a:lnTo>
                <a:close/>
                <a:moveTo>
                  <a:pt x="1108" y="1567"/>
                </a:moveTo>
                <a:lnTo>
                  <a:pt x="1060" y="1567"/>
                </a:lnTo>
                <a:lnTo>
                  <a:pt x="1060" y="1517"/>
                </a:lnTo>
                <a:lnTo>
                  <a:pt x="1108" y="1517"/>
                </a:lnTo>
                <a:lnTo>
                  <a:pt x="1108" y="1567"/>
                </a:lnTo>
                <a:close/>
                <a:moveTo>
                  <a:pt x="1032" y="1567"/>
                </a:moveTo>
                <a:lnTo>
                  <a:pt x="985" y="1567"/>
                </a:lnTo>
                <a:lnTo>
                  <a:pt x="985" y="1517"/>
                </a:lnTo>
                <a:lnTo>
                  <a:pt x="1032" y="1517"/>
                </a:lnTo>
                <a:lnTo>
                  <a:pt x="1032" y="1567"/>
                </a:lnTo>
                <a:close/>
                <a:moveTo>
                  <a:pt x="956" y="1567"/>
                </a:moveTo>
                <a:lnTo>
                  <a:pt x="909" y="1567"/>
                </a:lnTo>
                <a:lnTo>
                  <a:pt x="909" y="1517"/>
                </a:lnTo>
                <a:lnTo>
                  <a:pt x="956" y="1517"/>
                </a:lnTo>
                <a:lnTo>
                  <a:pt x="956" y="1567"/>
                </a:lnTo>
                <a:close/>
                <a:moveTo>
                  <a:pt x="3079" y="1491"/>
                </a:moveTo>
                <a:lnTo>
                  <a:pt x="3029" y="1491"/>
                </a:lnTo>
                <a:lnTo>
                  <a:pt x="3029" y="1442"/>
                </a:lnTo>
                <a:lnTo>
                  <a:pt x="3079" y="1442"/>
                </a:lnTo>
                <a:lnTo>
                  <a:pt x="3079" y="1491"/>
                </a:lnTo>
                <a:close/>
                <a:moveTo>
                  <a:pt x="3003" y="1491"/>
                </a:moveTo>
                <a:lnTo>
                  <a:pt x="2954" y="1491"/>
                </a:lnTo>
                <a:lnTo>
                  <a:pt x="2954" y="1442"/>
                </a:lnTo>
                <a:lnTo>
                  <a:pt x="3003" y="1442"/>
                </a:lnTo>
                <a:lnTo>
                  <a:pt x="3003" y="1491"/>
                </a:lnTo>
                <a:close/>
                <a:moveTo>
                  <a:pt x="2928" y="1491"/>
                </a:moveTo>
                <a:lnTo>
                  <a:pt x="2878" y="1491"/>
                </a:lnTo>
                <a:lnTo>
                  <a:pt x="2878" y="1442"/>
                </a:lnTo>
                <a:lnTo>
                  <a:pt x="2928" y="1442"/>
                </a:lnTo>
                <a:lnTo>
                  <a:pt x="2928" y="1491"/>
                </a:lnTo>
                <a:close/>
                <a:moveTo>
                  <a:pt x="2852" y="1491"/>
                </a:moveTo>
                <a:lnTo>
                  <a:pt x="2802" y="1491"/>
                </a:lnTo>
                <a:lnTo>
                  <a:pt x="2802" y="1442"/>
                </a:lnTo>
                <a:lnTo>
                  <a:pt x="2852" y="1442"/>
                </a:lnTo>
                <a:lnTo>
                  <a:pt x="2852" y="1491"/>
                </a:lnTo>
                <a:close/>
                <a:moveTo>
                  <a:pt x="2776" y="1491"/>
                </a:moveTo>
                <a:lnTo>
                  <a:pt x="2726" y="1491"/>
                </a:lnTo>
                <a:lnTo>
                  <a:pt x="2726" y="1442"/>
                </a:lnTo>
                <a:lnTo>
                  <a:pt x="2776" y="1442"/>
                </a:lnTo>
                <a:lnTo>
                  <a:pt x="2776" y="1491"/>
                </a:lnTo>
                <a:close/>
                <a:moveTo>
                  <a:pt x="2700" y="1491"/>
                </a:moveTo>
                <a:lnTo>
                  <a:pt x="2651" y="1491"/>
                </a:lnTo>
                <a:lnTo>
                  <a:pt x="2651" y="1442"/>
                </a:lnTo>
                <a:lnTo>
                  <a:pt x="2700" y="1442"/>
                </a:lnTo>
                <a:lnTo>
                  <a:pt x="2700" y="1491"/>
                </a:lnTo>
                <a:close/>
                <a:moveTo>
                  <a:pt x="2092" y="1491"/>
                </a:moveTo>
                <a:lnTo>
                  <a:pt x="2045" y="1491"/>
                </a:lnTo>
                <a:lnTo>
                  <a:pt x="2045" y="1442"/>
                </a:lnTo>
                <a:lnTo>
                  <a:pt x="2092" y="1442"/>
                </a:lnTo>
                <a:lnTo>
                  <a:pt x="2092" y="1491"/>
                </a:lnTo>
                <a:close/>
                <a:moveTo>
                  <a:pt x="1941" y="1491"/>
                </a:moveTo>
                <a:lnTo>
                  <a:pt x="1893" y="1491"/>
                </a:lnTo>
                <a:lnTo>
                  <a:pt x="1893" y="1442"/>
                </a:lnTo>
                <a:lnTo>
                  <a:pt x="1941" y="1442"/>
                </a:lnTo>
                <a:lnTo>
                  <a:pt x="1941" y="1491"/>
                </a:lnTo>
                <a:close/>
                <a:moveTo>
                  <a:pt x="1865" y="1491"/>
                </a:moveTo>
                <a:lnTo>
                  <a:pt x="1818" y="1491"/>
                </a:lnTo>
                <a:lnTo>
                  <a:pt x="1818" y="1442"/>
                </a:lnTo>
                <a:lnTo>
                  <a:pt x="1865" y="1442"/>
                </a:lnTo>
                <a:lnTo>
                  <a:pt x="1865" y="1491"/>
                </a:lnTo>
                <a:close/>
                <a:moveTo>
                  <a:pt x="1789" y="1491"/>
                </a:moveTo>
                <a:lnTo>
                  <a:pt x="1742" y="1491"/>
                </a:lnTo>
                <a:lnTo>
                  <a:pt x="1742" y="1442"/>
                </a:lnTo>
                <a:lnTo>
                  <a:pt x="1789" y="1442"/>
                </a:lnTo>
                <a:lnTo>
                  <a:pt x="1789" y="1491"/>
                </a:lnTo>
                <a:close/>
                <a:moveTo>
                  <a:pt x="1184" y="1491"/>
                </a:moveTo>
                <a:lnTo>
                  <a:pt x="1136" y="1491"/>
                </a:lnTo>
                <a:lnTo>
                  <a:pt x="1136" y="1442"/>
                </a:lnTo>
                <a:lnTo>
                  <a:pt x="1184" y="1442"/>
                </a:lnTo>
                <a:lnTo>
                  <a:pt x="1184" y="1491"/>
                </a:lnTo>
                <a:close/>
                <a:moveTo>
                  <a:pt x="1108" y="1491"/>
                </a:moveTo>
                <a:lnTo>
                  <a:pt x="1060" y="1491"/>
                </a:lnTo>
                <a:lnTo>
                  <a:pt x="1060" y="1442"/>
                </a:lnTo>
                <a:lnTo>
                  <a:pt x="1108" y="1442"/>
                </a:lnTo>
                <a:lnTo>
                  <a:pt x="1108" y="1491"/>
                </a:lnTo>
                <a:close/>
                <a:moveTo>
                  <a:pt x="1032" y="1491"/>
                </a:moveTo>
                <a:lnTo>
                  <a:pt x="985" y="1491"/>
                </a:lnTo>
                <a:lnTo>
                  <a:pt x="985" y="1442"/>
                </a:lnTo>
                <a:lnTo>
                  <a:pt x="1032" y="1442"/>
                </a:lnTo>
                <a:lnTo>
                  <a:pt x="1032" y="1491"/>
                </a:lnTo>
                <a:close/>
                <a:moveTo>
                  <a:pt x="956" y="1491"/>
                </a:moveTo>
                <a:lnTo>
                  <a:pt x="909" y="1491"/>
                </a:lnTo>
                <a:lnTo>
                  <a:pt x="909" y="1442"/>
                </a:lnTo>
                <a:lnTo>
                  <a:pt x="956" y="1442"/>
                </a:lnTo>
                <a:lnTo>
                  <a:pt x="956" y="1491"/>
                </a:lnTo>
                <a:close/>
                <a:moveTo>
                  <a:pt x="3003" y="1413"/>
                </a:moveTo>
                <a:lnTo>
                  <a:pt x="2954" y="1413"/>
                </a:lnTo>
                <a:lnTo>
                  <a:pt x="2954" y="1366"/>
                </a:lnTo>
                <a:lnTo>
                  <a:pt x="3003" y="1366"/>
                </a:lnTo>
                <a:lnTo>
                  <a:pt x="3003" y="1413"/>
                </a:lnTo>
                <a:close/>
                <a:moveTo>
                  <a:pt x="2928" y="1413"/>
                </a:moveTo>
                <a:lnTo>
                  <a:pt x="2878" y="1413"/>
                </a:lnTo>
                <a:lnTo>
                  <a:pt x="2878" y="1366"/>
                </a:lnTo>
                <a:lnTo>
                  <a:pt x="2928" y="1366"/>
                </a:lnTo>
                <a:lnTo>
                  <a:pt x="2928" y="1413"/>
                </a:lnTo>
                <a:close/>
                <a:moveTo>
                  <a:pt x="2852" y="1413"/>
                </a:moveTo>
                <a:lnTo>
                  <a:pt x="2802" y="1413"/>
                </a:lnTo>
                <a:lnTo>
                  <a:pt x="2802" y="1366"/>
                </a:lnTo>
                <a:lnTo>
                  <a:pt x="2852" y="1366"/>
                </a:lnTo>
                <a:lnTo>
                  <a:pt x="2852" y="1413"/>
                </a:lnTo>
                <a:close/>
                <a:moveTo>
                  <a:pt x="2092" y="1413"/>
                </a:moveTo>
                <a:lnTo>
                  <a:pt x="2045" y="1413"/>
                </a:lnTo>
                <a:lnTo>
                  <a:pt x="2045" y="1366"/>
                </a:lnTo>
                <a:lnTo>
                  <a:pt x="2092" y="1366"/>
                </a:lnTo>
                <a:lnTo>
                  <a:pt x="2092" y="1413"/>
                </a:lnTo>
                <a:close/>
                <a:moveTo>
                  <a:pt x="2016" y="1413"/>
                </a:moveTo>
                <a:lnTo>
                  <a:pt x="1969" y="1413"/>
                </a:lnTo>
                <a:lnTo>
                  <a:pt x="1969" y="1366"/>
                </a:lnTo>
                <a:lnTo>
                  <a:pt x="2016" y="1366"/>
                </a:lnTo>
                <a:lnTo>
                  <a:pt x="2016" y="1413"/>
                </a:lnTo>
                <a:close/>
                <a:moveTo>
                  <a:pt x="1941" y="1413"/>
                </a:moveTo>
                <a:lnTo>
                  <a:pt x="1893" y="1413"/>
                </a:lnTo>
                <a:lnTo>
                  <a:pt x="1893" y="1366"/>
                </a:lnTo>
                <a:lnTo>
                  <a:pt x="1941" y="1366"/>
                </a:lnTo>
                <a:lnTo>
                  <a:pt x="1941" y="1413"/>
                </a:lnTo>
                <a:close/>
                <a:moveTo>
                  <a:pt x="1865" y="1413"/>
                </a:moveTo>
                <a:lnTo>
                  <a:pt x="1818" y="1413"/>
                </a:lnTo>
                <a:lnTo>
                  <a:pt x="1818" y="1366"/>
                </a:lnTo>
                <a:lnTo>
                  <a:pt x="1865" y="1366"/>
                </a:lnTo>
                <a:lnTo>
                  <a:pt x="1865" y="1413"/>
                </a:lnTo>
                <a:close/>
                <a:moveTo>
                  <a:pt x="1789" y="1413"/>
                </a:moveTo>
                <a:lnTo>
                  <a:pt x="1742" y="1413"/>
                </a:lnTo>
                <a:lnTo>
                  <a:pt x="1742" y="1366"/>
                </a:lnTo>
                <a:lnTo>
                  <a:pt x="1789" y="1366"/>
                </a:lnTo>
                <a:lnTo>
                  <a:pt x="1789" y="1413"/>
                </a:lnTo>
                <a:close/>
                <a:moveTo>
                  <a:pt x="1259" y="1413"/>
                </a:moveTo>
                <a:lnTo>
                  <a:pt x="1212" y="1413"/>
                </a:lnTo>
                <a:lnTo>
                  <a:pt x="1212" y="1366"/>
                </a:lnTo>
                <a:lnTo>
                  <a:pt x="1259" y="1366"/>
                </a:lnTo>
                <a:lnTo>
                  <a:pt x="1259" y="1413"/>
                </a:lnTo>
                <a:close/>
                <a:moveTo>
                  <a:pt x="1184" y="1413"/>
                </a:moveTo>
                <a:lnTo>
                  <a:pt x="1136" y="1413"/>
                </a:lnTo>
                <a:lnTo>
                  <a:pt x="1136" y="1366"/>
                </a:lnTo>
                <a:lnTo>
                  <a:pt x="1184" y="1366"/>
                </a:lnTo>
                <a:lnTo>
                  <a:pt x="1184" y="1413"/>
                </a:lnTo>
                <a:close/>
                <a:moveTo>
                  <a:pt x="1108" y="1413"/>
                </a:moveTo>
                <a:lnTo>
                  <a:pt x="1060" y="1413"/>
                </a:lnTo>
                <a:lnTo>
                  <a:pt x="1060" y="1366"/>
                </a:lnTo>
                <a:lnTo>
                  <a:pt x="1108" y="1366"/>
                </a:lnTo>
                <a:lnTo>
                  <a:pt x="1108" y="1413"/>
                </a:lnTo>
                <a:close/>
                <a:moveTo>
                  <a:pt x="1032" y="1413"/>
                </a:moveTo>
                <a:lnTo>
                  <a:pt x="985" y="1413"/>
                </a:lnTo>
                <a:lnTo>
                  <a:pt x="985" y="1366"/>
                </a:lnTo>
                <a:lnTo>
                  <a:pt x="1032" y="1366"/>
                </a:lnTo>
                <a:lnTo>
                  <a:pt x="1032" y="1413"/>
                </a:lnTo>
                <a:close/>
                <a:moveTo>
                  <a:pt x="956" y="1413"/>
                </a:moveTo>
                <a:lnTo>
                  <a:pt x="909" y="1413"/>
                </a:lnTo>
                <a:lnTo>
                  <a:pt x="909" y="1366"/>
                </a:lnTo>
                <a:lnTo>
                  <a:pt x="956" y="1366"/>
                </a:lnTo>
                <a:lnTo>
                  <a:pt x="956" y="1413"/>
                </a:lnTo>
                <a:close/>
                <a:moveTo>
                  <a:pt x="3079" y="1338"/>
                </a:moveTo>
                <a:lnTo>
                  <a:pt x="3029" y="1338"/>
                </a:lnTo>
                <a:lnTo>
                  <a:pt x="3029" y="1290"/>
                </a:lnTo>
                <a:lnTo>
                  <a:pt x="3079" y="1290"/>
                </a:lnTo>
                <a:lnTo>
                  <a:pt x="3079" y="1338"/>
                </a:lnTo>
                <a:close/>
                <a:moveTo>
                  <a:pt x="3003" y="1338"/>
                </a:moveTo>
                <a:lnTo>
                  <a:pt x="2954" y="1338"/>
                </a:lnTo>
                <a:lnTo>
                  <a:pt x="2954" y="1290"/>
                </a:lnTo>
                <a:lnTo>
                  <a:pt x="3003" y="1290"/>
                </a:lnTo>
                <a:lnTo>
                  <a:pt x="3003" y="1338"/>
                </a:lnTo>
                <a:close/>
                <a:moveTo>
                  <a:pt x="2016" y="1338"/>
                </a:moveTo>
                <a:lnTo>
                  <a:pt x="1969" y="1338"/>
                </a:lnTo>
                <a:lnTo>
                  <a:pt x="1969" y="1290"/>
                </a:lnTo>
                <a:lnTo>
                  <a:pt x="2016" y="1290"/>
                </a:lnTo>
                <a:lnTo>
                  <a:pt x="2016" y="1338"/>
                </a:lnTo>
                <a:close/>
                <a:moveTo>
                  <a:pt x="1941" y="1338"/>
                </a:moveTo>
                <a:lnTo>
                  <a:pt x="1893" y="1338"/>
                </a:lnTo>
                <a:lnTo>
                  <a:pt x="1893" y="1290"/>
                </a:lnTo>
                <a:lnTo>
                  <a:pt x="1941" y="1290"/>
                </a:lnTo>
                <a:lnTo>
                  <a:pt x="1941" y="1338"/>
                </a:lnTo>
                <a:close/>
                <a:moveTo>
                  <a:pt x="1865" y="1338"/>
                </a:moveTo>
                <a:lnTo>
                  <a:pt x="1818" y="1338"/>
                </a:lnTo>
                <a:lnTo>
                  <a:pt x="1818" y="1290"/>
                </a:lnTo>
                <a:lnTo>
                  <a:pt x="1865" y="1290"/>
                </a:lnTo>
                <a:lnTo>
                  <a:pt x="1865" y="1338"/>
                </a:lnTo>
                <a:close/>
                <a:moveTo>
                  <a:pt x="1789" y="1338"/>
                </a:moveTo>
                <a:lnTo>
                  <a:pt x="1742" y="1338"/>
                </a:lnTo>
                <a:lnTo>
                  <a:pt x="1742" y="1290"/>
                </a:lnTo>
                <a:lnTo>
                  <a:pt x="1789" y="1290"/>
                </a:lnTo>
                <a:lnTo>
                  <a:pt x="1789" y="1338"/>
                </a:lnTo>
                <a:close/>
                <a:moveTo>
                  <a:pt x="1259" y="1338"/>
                </a:moveTo>
                <a:lnTo>
                  <a:pt x="1212" y="1338"/>
                </a:lnTo>
                <a:lnTo>
                  <a:pt x="1212" y="1290"/>
                </a:lnTo>
                <a:lnTo>
                  <a:pt x="1259" y="1290"/>
                </a:lnTo>
                <a:lnTo>
                  <a:pt x="1259" y="1338"/>
                </a:lnTo>
                <a:close/>
                <a:moveTo>
                  <a:pt x="1184" y="1338"/>
                </a:moveTo>
                <a:lnTo>
                  <a:pt x="1136" y="1338"/>
                </a:lnTo>
                <a:lnTo>
                  <a:pt x="1136" y="1290"/>
                </a:lnTo>
                <a:lnTo>
                  <a:pt x="1184" y="1290"/>
                </a:lnTo>
                <a:lnTo>
                  <a:pt x="1184" y="1338"/>
                </a:lnTo>
                <a:close/>
                <a:moveTo>
                  <a:pt x="1108" y="1338"/>
                </a:moveTo>
                <a:lnTo>
                  <a:pt x="1060" y="1338"/>
                </a:lnTo>
                <a:lnTo>
                  <a:pt x="1060" y="1290"/>
                </a:lnTo>
                <a:lnTo>
                  <a:pt x="1108" y="1290"/>
                </a:lnTo>
                <a:lnTo>
                  <a:pt x="1108" y="1338"/>
                </a:lnTo>
                <a:close/>
                <a:moveTo>
                  <a:pt x="1032" y="1338"/>
                </a:moveTo>
                <a:lnTo>
                  <a:pt x="985" y="1338"/>
                </a:lnTo>
                <a:lnTo>
                  <a:pt x="985" y="1290"/>
                </a:lnTo>
                <a:lnTo>
                  <a:pt x="1032" y="1290"/>
                </a:lnTo>
                <a:lnTo>
                  <a:pt x="1032" y="1338"/>
                </a:lnTo>
                <a:close/>
                <a:moveTo>
                  <a:pt x="956" y="1338"/>
                </a:moveTo>
                <a:lnTo>
                  <a:pt x="909" y="1338"/>
                </a:lnTo>
                <a:lnTo>
                  <a:pt x="909" y="1290"/>
                </a:lnTo>
                <a:lnTo>
                  <a:pt x="956" y="1290"/>
                </a:lnTo>
                <a:lnTo>
                  <a:pt x="956" y="1338"/>
                </a:lnTo>
                <a:close/>
                <a:moveTo>
                  <a:pt x="881" y="1338"/>
                </a:moveTo>
                <a:lnTo>
                  <a:pt x="833" y="1338"/>
                </a:lnTo>
                <a:lnTo>
                  <a:pt x="833" y="1290"/>
                </a:lnTo>
                <a:lnTo>
                  <a:pt x="881" y="1290"/>
                </a:lnTo>
                <a:lnTo>
                  <a:pt x="881" y="1338"/>
                </a:lnTo>
                <a:close/>
                <a:moveTo>
                  <a:pt x="3003" y="1262"/>
                </a:moveTo>
                <a:lnTo>
                  <a:pt x="2954" y="1262"/>
                </a:lnTo>
                <a:lnTo>
                  <a:pt x="2954" y="1215"/>
                </a:lnTo>
                <a:lnTo>
                  <a:pt x="3003" y="1215"/>
                </a:lnTo>
                <a:lnTo>
                  <a:pt x="3003" y="1262"/>
                </a:lnTo>
                <a:close/>
                <a:moveTo>
                  <a:pt x="2928" y="1262"/>
                </a:moveTo>
                <a:lnTo>
                  <a:pt x="2878" y="1262"/>
                </a:lnTo>
                <a:lnTo>
                  <a:pt x="2878" y="1215"/>
                </a:lnTo>
                <a:lnTo>
                  <a:pt x="2928" y="1215"/>
                </a:lnTo>
                <a:lnTo>
                  <a:pt x="2928" y="1262"/>
                </a:lnTo>
                <a:close/>
                <a:moveTo>
                  <a:pt x="2776" y="1262"/>
                </a:moveTo>
                <a:lnTo>
                  <a:pt x="2726" y="1262"/>
                </a:lnTo>
                <a:lnTo>
                  <a:pt x="2726" y="1215"/>
                </a:lnTo>
                <a:lnTo>
                  <a:pt x="2776" y="1215"/>
                </a:lnTo>
                <a:lnTo>
                  <a:pt x="2776" y="1262"/>
                </a:lnTo>
                <a:close/>
                <a:moveTo>
                  <a:pt x="2700" y="1262"/>
                </a:moveTo>
                <a:lnTo>
                  <a:pt x="2651" y="1262"/>
                </a:lnTo>
                <a:lnTo>
                  <a:pt x="2651" y="1215"/>
                </a:lnTo>
                <a:lnTo>
                  <a:pt x="2700" y="1215"/>
                </a:lnTo>
                <a:lnTo>
                  <a:pt x="2700" y="1262"/>
                </a:lnTo>
                <a:close/>
                <a:moveTo>
                  <a:pt x="2622" y="1262"/>
                </a:moveTo>
                <a:lnTo>
                  <a:pt x="2575" y="1262"/>
                </a:lnTo>
                <a:lnTo>
                  <a:pt x="2575" y="1215"/>
                </a:lnTo>
                <a:lnTo>
                  <a:pt x="2622" y="1215"/>
                </a:lnTo>
                <a:lnTo>
                  <a:pt x="2622" y="1262"/>
                </a:lnTo>
                <a:close/>
                <a:moveTo>
                  <a:pt x="2016" y="1262"/>
                </a:moveTo>
                <a:lnTo>
                  <a:pt x="1969" y="1262"/>
                </a:lnTo>
                <a:lnTo>
                  <a:pt x="1969" y="1215"/>
                </a:lnTo>
                <a:lnTo>
                  <a:pt x="2016" y="1215"/>
                </a:lnTo>
                <a:lnTo>
                  <a:pt x="2016" y="1262"/>
                </a:lnTo>
                <a:close/>
                <a:moveTo>
                  <a:pt x="1941" y="1262"/>
                </a:moveTo>
                <a:lnTo>
                  <a:pt x="1893" y="1262"/>
                </a:lnTo>
                <a:lnTo>
                  <a:pt x="1893" y="1215"/>
                </a:lnTo>
                <a:lnTo>
                  <a:pt x="1941" y="1215"/>
                </a:lnTo>
                <a:lnTo>
                  <a:pt x="1941" y="1262"/>
                </a:lnTo>
                <a:close/>
                <a:moveTo>
                  <a:pt x="1865" y="1262"/>
                </a:moveTo>
                <a:lnTo>
                  <a:pt x="1818" y="1262"/>
                </a:lnTo>
                <a:lnTo>
                  <a:pt x="1818" y="1215"/>
                </a:lnTo>
                <a:lnTo>
                  <a:pt x="1865" y="1215"/>
                </a:lnTo>
                <a:lnTo>
                  <a:pt x="1865" y="1262"/>
                </a:lnTo>
                <a:close/>
                <a:moveTo>
                  <a:pt x="1789" y="1262"/>
                </a:moveTo>
                <a:lnTo>
                  <a:pt x="1742" y="1262"/>
                </a:lnTo>
                <a:lnTo>
                  <a:pt x="1742" y="1215"/>
                </a:lnTo>
                <a:lnTo>
                  <a:pt x="1789" y="1215"/>
                </a:lnTo>
                <a:lnTo>
                  <a:pt x="1789" y="1262"/>
                </a:lnTo>
                <a:close/>
                <a:moveTo>
                  <a:pt x="1259" y="1262"/>
                </a:moveTo>
                <a:lnTo>
                  <a:pt x="1212" y="1262"/>
                </a:lnTo>
                <a:lnTo>
                  <a:pt x="1212" y="1215"/>
                </a:lnTo>
                <a:lnTo>
                  <a:pt x="1259" y="1215"/>
                </a:lnTo>
                <a:lnTo>
                  <a:pt x="1259" y="1262"/>
                </a:lnTo>
                <a:close/>
                <a:moveTo>
                  <a:pt x="1184" y="1262"/>
                </a:moveTo>
                <a:lnTo>
                  <a:pt x="1136" y="1262"/>
                </a:lnTo>
                <a:lnTo>
                  <a:pt x="1136" y="1215"/>
                </a:lnTo>
                <a:lnTo>
                  <a:pt x="1184" y="1215"/>
                </a:lnTo>
                <a:lnTo>
                  <a:pt x="1184" y="1262"/>
                </a:lnTo>
                <a:close/>
                <a:moveTo>
                  <a:pt x="1108" y="1262"/>
                </a:moveTo>
                <a:lnTo>
                  <a:pt x="1060" y="1262"/>
                </a:lnTo>
                <a:lnTo>
                  <a:pt x="1060" y="1215"/>
                </a:lnTo>
                <a:lnTo>
                  <a:pt x="1108" y="1215"/>
                </a:lnTo>
                <a:lnTo>
                  <a:pt x="1108" y="1262"/>
                </a:lnTo>
                <a:close/>
                <a:moveTo>
                  <a:pt x="1032" y="1262"/>
                </a:moveTo>
                <a:lnTo>
                  <a:pt x="985" y="1262"/>
                </a:lnTo>
                <a:lnTo>
                  <a:pt x="985" y="1215"/>
                </a:lnTo>
                <a:lnTo>
                  <a:pt x="1032" y="1215"/>
                </a:lnTo>
                <a:lnTo>
                  <a:pt x="1032" y="1262"/>
                </a:lnTo>
                <a:close/>
                <a:moveTo>
                  <a:pt x="956" y="1262"/>
                </a:moveTo>
                <a:lnTo>
                  <a:pt x="909" y="1262"/>
                </a:lnTo>
                <a:lnTo>
                  <a:pt x="909" y="1215"/>
                </a:lnTo>
                <a:lnTo>
                  <a:pt x="956" y="1215"/>
                </a:lnTo>
                <a:lnTo>
                  <a:pt x="956" y="1262"/>
                </a:lnTo>
                <a:close/>
                <a:moveTo>
                  <a:pt x="881" y="1262"/>
                </a:moveTo>
                <a:lnTo>
                  <a:pt x="833" y="1262"/>
                </a:lnTo>
                <a:lnTo>
                  <a:pt x="833" y="1215"/>
                </a:lnTo>
                <a:lnTo>
                  <a:pt x="881" y="1215"/>
                </a:lnTo>
                <a:lnTo>
                  <a:pt x="881" y="1262"/>
                </a:lnTo>
                <a:close/>
                <a:moveTo>
                  <a:pt x="2700" y="1186"/>
                </a:moveTo>
                <a:lnTo>
                  <a:pt x="2651" y="1186"/>
                </a:lnTo>
                <a:lnTo>
                  <a:pt x="2651" y="1139"/>
                </a:lnTo>
                <a:lnTo>
                  <a:pt x="2700" y="1139"/>
                </a:lnTo>
                <a:lnTo>
                  <a:pt x="2700" y="1186"/>
                </a:lnTo>
                <a:close/>
                <a:moveTo>
                  <a:pt x="2622" y="1186"/>
                </a:moveTo>
                <a:lnTo>
                  <a:pt x="2575" y="1186"/>
                </a:lnTo>
                <a:lnTo>
                  <a:pt x="2575" y="1139"/>
                </a:lnTo>
                <a:lnTo>
                  <a:pt x="2622" y="1139"/>
                </a:lnTo>
                <a:lnTo>
                  <a:pt x="2622" y="1186"/>
                </a:lnTo>
                <a:close/>
                <a:moveTo>
                  <a:pt x="2547" y="1186"/>
                </a:moveTo>
                <a:lnTo>
                  <a:pt x="2499" y="1186"/>
                </a:lnTo>
                <a:lnTo>
                  <a:pt x="2499" y="1139"/>
                </a:lnTo>
                <a:lnTo>
                  <a:pt x="2547" y="1139"/>
                </a:lnTo>
                <a:lnTo>
                  <a:pt x="2547" y="1186"/>
                </a:lnTo>
                <a:close/>
                <a:moveTo>
                  <a:pt x="2092" y="1186"/>
                </a:moveTo>
                <a:lnTo>
                  <a:pt x="2045" y="1186"/>
                </a:lnTo>
                <a:lnTo>
                  <a:pt x="2045" y="1139"/>
                </a:lnTo>
                <a:lnTo>
                  <a:pt x="2092" y="1139"/>
                </a:lnTo>
                <a:lnTo>
                  <a:pt x="2092" y="1186"/>
                </a:lnTo>
                <a:close/>
                <a:moveTo>
                  <a:pt x="2016" y="1186"/>
                </a:moveTo>
                <a:lnTo>
                  <a:pt x="1969" y="1186"/>
                </a:lnTo>
                <a:lnTo>
                  <a:pt x="1969" y="1139"/>
                </a:lnTo>
                <a:lnTo>
                  <a:pt x="2016" y="1139"/>
                </a:lnTo>
                <a:lnTo>
                  <a:pt x="2016" y="1186"/>
                </a:lnTo>
                <a:close/>
                <a:moveTo>
                  <a:pt x="1941" y="1186"/>
                </a:moveTo>
                <a:lnTo>
                  <a:pt x="1893" y="1186"/>
                </a:lnTo>
                <a:lnTo>
                  <a:pt x="1893" y="1139"/>
                </a:lnTo>
                <a:lnTo>
                  <a:pt x="1941" y="1139"/>
                </a:lnTo>
                <a:lnTo>
                  <a:pt x="1941" y="1186"/>
                </a:lnTo>
                <a:close/>
                <a:moveTo>
                  <a:pt x="1865" y="1186"/>
                </a:moveTo>
                <a:lnTo>
                  <a:pt x="1818" y="1186"/>
                </a:lnTo>
                <a:lnTo>
                  <a:pt x="1818" y="1139"/>
                </a:lnTo>
                <a:lnTo>
                  <a:pt x="1865" y="1139"/>
                </a:lnTo>
                <a:lnTo>
                  <a:pt x="1865" y="1186"/>
                </a:lnTo>
                <a:close/>
                <a:moveTo>
                  <a:pt x="1789" y="1186"/>
                </a:moveTo>
                <a:lnTo>
                  <a:pt x="1742" y="1186"/>
                </a:lnTo>
                <a:lnTo>
                  <a:pt x="1742" y="1139"/>
                </a:lnTo>
                <a:lnTo>
                  <a:pt x="1789" y="1139"/>
                </a:lnTo>
                <a:lnTo>
                  <a:pt x="1789" y="1186"/>
                </a:lnTo>
                <a:close/>
                <a:moveTo>
                  <a:pt x="1714" y="1186"/>
                </a:moveTo>
                <a:lnTo>
                  <a:pt x="1666" y="1186"/>
                </a:lnTo>
                <a:lnTo>
                  <a:pt x="1666" y="1139"/>
                </a:lnTo>
                <a:lnTo>
                  <a:pt x="1714" y="1139"/>
                </a:lnTo>
                <a:lnTo>
                  <a:pt x="1714" y="1186"/>
                </a:lnTo>
                <a:close/>
                <a:moveTo>
                  <a:pt x="1638" y="1186"/>
                </a:moveTo>
                <a:lnTo>
                  <a:pt x="1591" y="1186"/>
                </a:lnTo>
                <a:lnTo>
                  <a:pt x="1591" y="1139"/>
                </a:lnTo>
                <a:lnTo>
                  <a:pt x="1638" y="1139"/>
                </a:lnTo>
                <a:lnTo>
                  <a:pt x="1638" y="1186"/>
                </a:lnTo>
                <a:close/>
                <a:moveTo>
                  <a:pt x="1562" y="1186"/>
                </a:moveTo>
                <a:lnTo>
                  <a:pt x="1515" y="1186"/>
                </a:lnTo>
                <a:lnTo>
                  <a:pt x="1515" y="1139"/>
                </a:lnTo>
                <a:lnTo>
                  <a:pt x="1562" y="1139"/>
                </a:lnTo>
                <a:lnTo>
                  <a:pt x="1562" y="1186"/>
                </a:lnTo>
                <a:close/>
                <a:moveTo>
                  <a:pt x="1108" y="1186"/>
                </a:moveTo>
                <a:lnTo>
                  <a:pt x="1060" y="1186"/>
                </a:lnTo>
                <a:lnTo>
                  <a:pt x="1060" y="1139"/>
                </a:lnTo>
                <a:lnTo>
                  <a:pt x="1108" y="1139"/>
                </a:lnTo>
                <a:lnTo>
                  <a:pt x="1108" y="1186"/>
                </a:lnTo>
                <a:close/>
                <a:moveTo>
                  <a:pt x="1032" y="1186"/>
                </a:moveTo>
                <a:lnTo>
                  <a:pt x="985" y="1186"/>
                </a:lnTo>
                <a:lnTo>
                  <a:pt x="985" y="1139"/>
                </a:lnTo>
                <a:lnTo>
                  <a:pt x="1032" y="1139"/>
                </a:lnTo>
                <a:lnTo>
                  <a:pt x="1032" y="1186"/>
                </a:lnTo>
                <a:close/>
                <a:moveTo>
                  <a:pt x="956" y="1186"/>
                </a:moveTo>
                <a:lnTo>
                  <a:pt x="909" y="1186"/>
                </a:lnTo>
                <a:lnTo>
                  <a:pt x="909" y="1139"/>
                </a:lnTo>
                <a:lnTo>
                  <a:pt x="956" y="1139"/>
                </a:lnTo>
                <a:lnTo>
                  <a:pt x="956" y="1186"/>
                </a:lnTo>
                <a:close/>
                <a:moveTo>
                  <a:pt x="881" y="1186"/>
                </a:moveTo>
                <a:lnTo>
                  <a:pt x="833" y="1186"/>
                </a:lnTo>
                <a:lnTo>
                  <a:pt x="833" y="1139"/>
                </a:lnTo>
                <a:lnTo>
                  <a:pt x="881" y="1139"/>
                </a:lnTo>
                <a:lnTo>
                  <a:pt x="881" y="1186"/>
                </a:lnTo>
                <a:close/>
                <a:moveTo>
                  <a:pt x="2852" y="1110"/>
                </a:moveTo>
                <a:lnTo>
                  <a:pt x="2802" y="1110"/>
                </a:lnTo>
                <a:lnTo>
                  <a:pt x="2802" y="1063"/>
                </a:lnTo>
                <a:lnTo>
                  <a:pt x="2852" y="1063"/>
                </a:lnTo>
                <a:lnTo>
                  <a:pt x="2852" y="1110"/>
                </a:lnTo>
                <a:close/>
                <a:moveTo>
                  <a:pt x="2622" y="1110"/>
                </a:moveTo>
                <a:lnTo>
                  <a:pt x="2575" y="1110"/>
                </a:lnTo>
                <a:lnTo>
                  <a:pt x="2575" y="1063"/>
                </a:lnTo>
                <a:lnTo>
                  <a:pt x="2622" y="1063"/>
                </a:lnTo>
                <a:lnTo>
                  <a:pt x="2622" y="1110"/>
                </a:lnTo>
                <a:close/>
                <a:moveTo>
                  <a:pt x="2395" y="1110"/>
                </a:moveTo>
                <a:lnTo>
                  <a:pt x="2348" y="1110"/>
                </a:lnTo>
                <a:lnTo>
                  <a:pt x="2348" y="1063"/>
                </a:lnTo>
                <a:lnTo>
                  <a:pt x="2395" y="1063"/>
                </a:lnTo>
                <a:lnTo>
                  <a:pt x="2395" y="1110"/>
                </a:lnTo>
                <a:close/>
                <a:moveTo>
                  <a:pt x="2016" y="1110"/>
                </a:moveTo>
                <a:lnTo>
                  <a:pt x="1969" y="1110"/>
                </a:lnTo>
                <a:lnTo>
                  <a:pt x="1969" y="1063"/>
                </a:lnTo>
                <a:lnTo>
                  <a:pt x="2016" y="1063"/>
                </a:lnTo>
                <a:lnTo>
                  <a:pt x="2016" y="1110"/>
                </a:lnTo>
                <a:close/>
                <a:moveTo>
                  <a:pt x="1941" y="1110"/>
                </a:moveTo>
                <a:lnTo>
                  <a:pt x="1893" y="1110"/>
                </a:lnTo>
                <a:lnTo>
                  <a:pt x="1893" y="1063"/>
                </a:lnTo>
                <a:lnTo>
                  <a:pt x="1941" y="1063"/>
                </a:lnTo>
                <a:lnTo>
                  <a:pt x="1941" y="1110"/>
                </a:lnTo>
                <a:close/>
                <a:moveTo>
                  <a:pt x="1865" y="1110"/>
                </a:moveTo>
                <a:lnTo>
                  <a:pt x="1818" y="1110"/>
                </a:lnTo>
                <a:lnTo>
                  <a:pt x="1818" y="1063"/>
                </a:lnTo>
                <a:lnTo>
                  <a:pt x="1865" y="1063"/>
                </a:lnTo>
                <a:lnTo>
                  <a:pt x="1865" y="1110"/>
                </a:lnTo>
                <a:close/>
                <a:moveTo>
                  <a:pt x="1789" y="1110"/>
                </a:moveTo>
                <a:lnTo>
                  <a:pt x="1742" y="1110"/>
                </a:lnTo>
                <a:lnTo>
                  <a:pt x="1742" y="1063"/>
                </a:lnTo>
                <a:lnTo>
                  <a:pt x="1789" y="1063"/>
                </a:lnTo>
                <a:lnTo>
                  <a:pt x="1789" y="1110"/>
                </a:lnTo>
                <a:close/>
                <a:moveTo>
                  <a:pt x="1714" y="1110"/>
                </a:moveTo>
                <a:lnTo>
                  <a:pt x="1666" y="1110"/>
                </a:lnTo>
                <a:lnTo>
                  <a:pt x="1666" y="1063"/>
                </a:lnTo>
                <a:lnTo>
                  <a:pt x="1714" y="1063"/>
                </a:lnTo>
                <a:lnTo>
                  <a:pt x="1714" y="1110"/>
                </a:lnTo>
                <a:close/>
                <a:moveTo>
                  <a:pt x="1638" y="1110"/>
                </a:moveTo>
                <a:lnTo>
                  <a:pt x="1591" y="1110"/>
                </a:lnTo>
                <a:lnTo>
                  <a:pt x="1591" y="1063"/>
                </a:lnTo>
                <a:lnTo>
                  <a:pt x="1638" y="1063"/>
                </a:lnTo>
                <a:lnTo>
                  <a:pt x="1638" y="1110"/>
                </a:lnTo>
                <a:close/>
                <a:moveTo>
                  <a:pt x="1562" y="1110"/>
                </a:moveTo>
                <a:lnTo>
                  <a:pt x="1515" y="1110"/>
                </a:lnTo>
                <a:lnTo>
                  <a:pt x="1515" y="1063"/>
                </a:lnTo>
                <a:lnTo>
                  <a:pt x="1562" y="1063"/>
                </a:lnTo>
                <a:lnTo>
                  <a:pt x="1562" y="1110"/>
                </a:lnTo>
                <a:close/>
                <a:moveTo>
                  <a:pt x="1486" y="1110"/>
                </a:moveTo>
                <a:lnTo>
                  <a:pt x="1439" y="1110"/>
                </a:lnTo>
                <a:lnTo>
                  <a:pt x="1439" y="1063"/>
                </a:lnTo>
                <a:lnTo>
                  <a:pt x="1486" y="1063"/>
                </a:lnTo>
                <a:lnTo>
                  <a:pt x="1486" y="1110"/>
                </a:lnTo>
                <a:close/>
                <a:moveTo>
                  <a:pt x="1032" y="1110"/>
                </a:moveTo>
                <a:lnTo>
                  <a:pt x="985" y="1110"/>
                </a:lnTo>
                <a:lnTo>
                  <a:pt x="985" y="1063"/>
                </a:lnTo>
                <a:lnTo>
                  <a:pt x="1032" y="1063"/>
                </a:lnTo>
                <a:lnTo>
                  <a:pt x="1032" y="1110"/>
                </a:lnTo>
                <a:close/>
                <a:moveTo>
                  <a:pt x="956" y="1110"/>
                </a:moveTo>
                <a:lnTo>
                  <a:pt x="909" y="1110"/>
                </a:lnTo>
                <a:lnTo>
                  <a:pt x="909" y="1063"/>
                </a:lnTo>
                <a:lnTo>
                  <a:pt x="956" y="1063"/>
                </a:lnTo>
                <a:lnTo>
                  <a:pt x="956" y="1110"/>
                </a:lnTo>
                <a:close/>
                <a:moveTo>
                  <a:pt x="881" y="1110"/>
                </a:moveTo>
                <a:lnTo>
                  <a:pt x="833" y="1110"/>
                </a:lnTo>
                <a:lnTo>
                  <a:pt x="833" y="1063"/>
                </a:lnTo>
                <a:lnTo>
                  <a:pt x="881" y="1063"/>
                </a:lnTo>
                <a:lnTo>
                  <a:pt x="881" y="1110"/>
                </a:lnTo>
                <a:close/>
                <a:moveTo>
                  <a:pt x="805" y="1110"/>
                </a:moveTo>
                <a:lnTo>
                  <a:pt x="758" y="1110"/>
                </a:lnTo>
                <a:lnTo>
                  <a:pt x="758" y="1063"/>
                </a:lnTo>
                <a:lnTo>
                  <a:pt x="805" y="1063"/>
                </a:lnTo>
                <a:lnTo>
                  <a:pt x="805" y="1110"/>
                </a:lnTo>
                <a:close/>
                <a:moveTo>
                  <a:pt x="2622" y="1035"/>
                </a:moveTo>
                <a:lnTo>
                  <a:pt x="2575" y="1035"/>
                </a:lnTo>
                <a:lnTo>
                  <a:pt x="2575" y="987"/>
                </a:lnTo>
                <a:lnTo>
                  <a:pt x="2622" y="987"/>
                </a:lnTo>
                <a:lnTo>
                  <a:pt x="2622" y="1035"/>
                </a:lnTo>
                <a:close/>
                <a:moveTo>
                  <a:pt x="2547" y="1035"/>
                </a:moveTo>
                <a:lnTo>
                  <a:pt x="2499" y="1035"/>
                </a:lnTo>
                <a:lnTo>
                  <a:pt x="2499" y="987"/>
                </a:lnTo>
                <a:lnTo>
                  <a:pt x="2547" y="987"/>
                </a:lnTo>
                <a:lnTo>
                  <a:pt x="2547" y="1035"/>
                </a:lnTo>
                <a:close/>
                <a:moveTo>
                  <a:pt x="2471" y="1035"/>
                </a:moveTo>
                <a:lnTo>
                  <a:pt x="2424" y="1035"/>
                </a:lnTo>
                <a:lnTo>
                  <a:pt x="2424" y="987"/>
                </a:lnTo>
                <a:lnTo>
                  <a:pt x="2471" y="987"/>
                </a:lnTo>
                <a:lnTo>
                  <a:pt x="2471" y="1035"/>
                </a:lnTo>
                <a:close/>
                <a:moveTo>
                  <a:pt x="2395" y="1035"/>
                </a:moveTo>
                <a:lnTo>
                  <a:pt x="2348" y="1035"/>
                </a:lnTo>
                <a:lnTo>
                  <a:pt x="2348" y="987"/>
                </a:lnTo>
                <a:lnTo>
                  <a:pt x="2395" y="987"/>
                </a:lnTo>
                <a:lnTo>
                  <a:pt x="2395" y="1035"/>
                </a:lnTo>
                <a:close/>
                <a:moveTo>
                  <a:pt x="2319" y="1035"/>
                </a:moveTo>
                <a:lnTo>
                  <a:pt x="2272" y="1035"/>
                </a:lnTo>
                <a:lnTo>
                  <a:pt x="2272" y="987"/>
                </a:lnTo>
                <a:lnTo>
                  <a:pt x="2319" y="987"/>
                </a:lnTo>
                <a:lnTo>
                  <a:pt x="2319" y="1035"/>
                </a:lnTo>
                <a:close/>
                <a:moveTo>
                  <a:pt x="2168" y="1035"/>
                </a:moveTo>
                <a:lnTo>
                  <a:pt x="2121" y="1035"/>
                </a:lnTo>
                <a:lnTo>
                  <a:pt x="2121" y="987"/>
                </a:lnTo>
                <a:lnTo>
                  <a:pt x="2168" y="987"/>
                </a:lnTo>
                <a:lnTo>
                  <a:pt x="2168" y="1035"/>
                </a:lnTo>
                <a:close/>
                <a:moveTo>
                  <a:pt x="2092" y="1035"/>
                </a:moveTo>
                <a:lnTo>
                  <a:pt x="2045" y="1035"/>
                </a:lnTo>
                <a:lnTo>
                  <a:pt x="2045" y="987"/>
                </a:lnTo>
                <a:lnTo>
                  <a:pt x="2092" y="987"/>
                </a:lnTo>
                <a:lnTo>
                  <a:pt x="2092" y="1035"/>
                </a:lnTo>
                <a:close/>
                <a:moveTo>
                  <a:pt x="2016" y="1035"/>
                </a:moveTo>
                <a:lnTo>
                  <a:pt x="1969" y="1035"/>
                </a:lnTo>
                <a:lnTo>
                  <a:pt x="1969" y="987"/>
                </a:lnTo>
                <a:lnTo>
                  <a:pt x="2016" y="987"/>
                </a:lnTo>
                <a:lnTo>
                  <a:pt x="2016" y="1035"/>
                </a:lnTo>
                <a:close/>
                <a:moveTo>
                  <a:pt x="1941" y="1035"/>
                </a:moveTo>
                <a:lnTo>
                  <a:pt x="1893" y="1035"/>
                </a:lnTo>
                <a:lnTo>
                  <a:pt x="1893" y="987"/>
                </a:lnTo>
                <a:lnTo>
                  <a:pt x="1941" y="987"/>
                </a:lnTo>
                <a:lnTo>
                  <a:pt x="1941" y="1035"/>
                </a:lnTo>
                <a:close/>
                <a:moveTo>
                  <a:pt x="1865" y="1035"/>
                </a:moveTo>
                <a:lnTo>
                  <a:pt x="1818" y="1035"/>
                </a:lnTo>
                <a:lnTo>
                  <a:pt x="1818" y="987"/>
                </a:lnTo>
                <a:lnTo>
                  <a:pt x="1865" y="987"/>
                </a:lnTo>
                <a:lnTo>
                  <a:pt x="1865" y="1035"/>
                </a:lnTo>
                <a:close/>
                <a:moveTo>
                  <a:pt x="1789" y="1035"/>
                </a:moveTo>
                <a:lnTo>
                  <a:pt x="1742" y="1035"/>
                </a:lnTo>
                <a:lnTo>
                  <a:pt x="1742" y="987"/>
                </a:lnTo>
                <a:lnTo>
                  <a:pt x="1789" y="987"/>
                </a:lnTo>
                <a:lnTo>
                  <a:pt x="1789" y="1035"/>
                </a:lnTo>
                <a:close/>
                <a:moveTo>
                  <a:pt x="1714" y="1035"/>
                </a:moveTo>
                <a:lnTo>
                  <a:pt x="1666" y="1035"/>
                </a:lnTo>
                <a:lnTo>
                  <a:pt x="1666" y="987"/>
                </a:lnTo>
                <a:lnTo>
                  <a:pt x="1714" y="987"/>
                </a:lnTo>
                <a:lnTo>
                  <a:pt x="1714" y="1035"/>
                </a:lnTo>
                <a:close/>
                <a:moveTo>
                  <a:pt x="1638" y="1035"/>
                </a:moveTo>
                <a:lnTo>
                  <a:pt x="1591" y="1035"/>
                </a:lnTo>
                <a:lnTo>
                  <a:pt x="1591" y="987"/>
                </a:lnTo>
                <a:lnTo>
                  <a:pt x="1638" y="987"/>
                </a:lnTo>
                <a:lnTo>
                  <a:pt x="1638" y="1035"/>
                </a:lnTo>
                <a:close/>
                <a:moveTo>
                  <a:pt x="1562" y="1035"/>
                </a:moveTo>
                <a:lnTo>
                  <a:pt x="1515" y="1035"/>
                </a:lnTo>
                <a:lnTo>
                  <a:pt x="1515" y="987"/>
                </a:lnTo>
                <a:lnTo>
                  <a:pt x="1562" y="987"/>
                </a:lnTo>
                <a:lnTo>
                  <a:pt x="1562" y="1035"/>
                </a:lnTo>
                <a:close/>
                <a:moveTo>
                  <a:pt x="1486" y="1035"/>
                </a:moveTo>
                <a:lnTo>
                  <a:pt x="1439" y="1035"/>
                </a:lnTo>
                <a:lnTo>
                  <a:pt x="1439" y="987"/>
                </a:lnTo>
                <a:lnTo>
                  <a:pt x="1486" y="987"/>
                </a:lnTo>
                <a:lnTo>
                  <a:pt x="1486" y="1035"/>
                </a:lnTo>
                <a:close/>
                <a:moveTo>
                  <a:pt x="805" y="1035"/>
                </a:moveTo>
                <a:lnTo>
                  <a:pt x="758" y="1035"/>
                </a:lnTo>
                <a:lnTo>
                  <a:pt x="758" y="987"/>
                </a:lnTo>
                <a:lnTo>
                  <a:pt x="805" y="987"/>
                </a:lnTo>
                <a:lnTo>
                  <a:pt x="805" y="1035"/>
                </a:lnTo>
                <a:close/>
                <a:moveTo>
                  <a:pt x="729" y="1035"/>
                </a:moveTo>
                <a:lnTo>
                  <a:pt x="682" y="1035"/>
                </a:lnTo>
                <a:lnTo>
                  <a:pt x="682" y="987"/>
                </a:lnTo>
                <a:lnTo>
                  <a:pt x="729" y="987"/>
                </a:lnTo>
                <a:lnTo>
                  <a:pt x="729" y="1035"/>
                </a:lnTo>
                <a:close/>
                <a:moveTo>
                  <a:pt x="653" y="1035"/>
                </a:moveTo>
                <a:lnTo>
                  <a:pt x="606" y="1035"/>
                </a:lnTo>
                <a:lnTo>
                  <a:pt x="606" y="987"/>
                </a:lnTo>
                <a:lnTo>
                  <a:pt x="653" y="987"/>
                </a:lnTo>
                <a:lnTo>
                  <a:pt x="653" y="1035"/>
                </a:lnTo>
                <a:close/>
                <a:moveTo>
                  <a:pt x="2776" y="959"/>
                </a:moveTo>
                <a:lnTo>
                  <a:pt x="2726" y="959"/>
                </a:lnTo>
                <a:lnTo>
                  <a:pt x="2726" y="912"/>
                </a:lnTo>
                <a:lnTo>
                  <a:pt x="2776" y="912"/>
                </a:lnTo>
                <a:lnTo>
                  <a:pt x="2776" y="959"/>
                </a:lnTo>
                <a:close/>
                <a:moveTo>
                  <a:pt x="2700" y="959"/>
                </a:moveTo>
                <a:lnTo>
                  <a:pt x="2651" y="959"/>
                </a:lnTo>
                <a:lnTo>
                  <a:pt x="2651" y="912"/>
                </a:lnTo>
                <a:lnTo>
                  <a:pt x="2700" y="912"/>
                </a:lnTo>
                <a:lnTo>
                  <a:pt x="2700" y="959"/>
                </a:lnTo>
                <a:close/>
                <a:moveTo>
                  <a:pt x="2622" y="959"/>
                </a:moveTo>
                <a:lnTo>
                  <a:pt x="2575" y="959"/>
                </a:lnTo>
                <a:lnTo>
                  <a:pt x="2575" y="912"/>
                </a:lnTo>
                <a:lnTo>
                  <a:pt x="2622" y="912"/>
                </a:lnTo>
                <a:lnTo>
                  <a:pt x="2622" y="959"/>
                </a:lnTo>
                <a:close/>
                <a:moveTo>
                  <a:pt x="2547" y="959"/>
                </a:moveTo>
                <a:lnTo>
                  <a:pt x="2499" y="959"/>
                </a:lnTo>
                <a:lnTo>
                  <a:pt x="2499" y="912"/>
                </a:lnTo>
                <a:lnTo>
                  <a:pt x="2547" y="912"/>
                </a:lnTo>
                <a:lnTo>
                  <a:pt x="2547" y="959"/>
                </a:lnTo>
                <a:close/>
                <a:moveTo>
                  <a:pt x="2471" y="959"/>
                </a:moveTo>
                <a:lnTo>
                  <a:pt x="2424" y="959"/>
                </a:lnTo>
                <a:lnTo>
                  <a:pt x="2424" y="912"/>
                </a:lnTo>
                <a:lnTo>
                  <a:pt x="2471" y="912"/>
                </a:lnTo>
                <a:lnTo>
                  <a:pt x="2471" y="959"/>
                </a:lnTo>
                <a:close/>
                <a:moveTo>
                  <a:pt x="2395" y="959"/>
                </a:moveTo>
                <a:lnTo>
                  <a:pt x="2348" y="959"/>
                </a:lnTo>
                <a:lnTo>
                  <a:pt x="2348" y="912"/>
                </a:lnTo>
                <a:lnTo>
                  <a:pt x="2395" y="912"/>
                </a:lnTo>
                <a:lnTo>
                  <a:pt x="2395" y="959"/>
                </a:lnTo>
                <a:close/>
                <a:moveTo>
                  <a:pt x="2319" y="959"/>
                </a:moveTo>
                <a:lnTo>
                  <a:pt x="2272" y="959"/>
                </a:lnTo>
                <a:lnTo>
                  <a:pt x="2272" y="912"/>
                </a:lnTo>
                <a:lnTo>
                  <a:pt x="2319" y="912"/>
                </a:lnTo>
                <a:lnTo>
                  <a:pt x="2319" y="959"/>
                </a:lnTo>
                <a:close/>
                <a:moveTo>
                  <a:pt x="2168" y="959"/>
                </a:moveTo>
                <a:lnTo>
                  <a:pt x="2121" y="959"/>
                </a:lnTo>
                <a:lnTo>
                  <a:pt x="2121" y="912"/>
                </a:lnTo>
                <a:lnTo>
                  <a:pt x="2168" y="912"/>
                </a:lnTo>
                <a:lnTo>
                  <a:pt x="2168" y="959"/>
                </a:lnTo>
                <a:close/>
                <a:moveTo>
                  <a:pt x="2092" y="959"/>
                </a:moveTo>
                <a:lnTo>
                  <a:pt x="2045" y="959"/>
                </a:lnTo>
                <a:lnTo>
                  <a:pt x="2045" y="912"/>
                </a:lnTo>
                <a:lnTo>
                  <a:pt x="2092" y="912"/>
                </a:lnTo>
                <a:lnTo>
                  <a:pt x="2092" y="959"/>
                </a:lnTo>
                <a:close/>
                <a:moveTo>
                  <a:pt x="2016" y="959"/>
                </a:moveTo>
                <a:lnTo>
                  <a:pt x="1969" y="959"/>
                </a:lnTo>
                <a:lnTo>
                  <a:pt x="1969" y="912"/>
                </a:lnTo>
                <a:lnTo>
                  <a:pt x="2016" y="912"/>
                </a:lnTo>
                <a:lnTo>
                  <a:pt x="2016" y="959"/>
                </a:lnTo>
                <a:close/>
                <a:moveTo>
                  <a:pt x="1941" y="959"/>
                </a:moveTo>
                <a:lnTo>
                  <a:pt x="1893" y="959"/>
                </a:lnTo>
                <a:lnTo>
                  <a:pt x="1893" y="912"/>
                </a:lnTo>
                <a:lnTo>
                  <a:pt x="1941" y="912"/>
                </a:lnTo>
                <a:lnTo>
                  <a:pt x="1941" y="959"/>
                </a:lnTo>
                <a:close/>
                <a:moveTo>
                  <a:pt x="1865" y="959"/>
                </a:moveTo>
                <a:lnTo>
                  <a:pt x="1818" y="959"/>
                </a:lnTo>
                <a:lnTo>
                  <a:pt x="1818" y="912"/>
                </a:lnTo>
                <a:lnTo>
                  <a:pt x="1865" y="912"/>
                </a:lnTo>
                <a:lnTo>
                  <a:pt x="1865" y="959"/>
                </a:lnTo>
                <a:close/>
                <a:moveTo>
                  <a:pt x="1789" y="959"/>
                </a:moveTo>
                <a:lnTo>
                  <a:pt x="1742" y="959"/>
                </a:lnTo>
                <a:lnTo>
                  <a:pt x="1742" y="912"/>
                </a:lnTo>
                <a:lnTo>
                  <a:pt x="1789" y="912"/>
                </a:lnTo>
                <a:lnTo>
                  <a:pt x="1789" y="959"/>
                </a:lnTo>
                <a:close/>
                <a:moveTo>
                  <a:pt x="1714" y="959"/>
                </a:moveTo>
                <a:lnTo>
                  <a:pt x="1666" y="959"/>
                </a:lnTo>
                <a:lnTo>
                  <a:pt x="1666" y="912"/>
                </a:lnTo>
                <a:lnTo>
                  <a:pt x="1714" y="912"/>
                </a:lnTo>
                <a:lnTo>
                  <a:pt x="1714" y="959"/>
                </a:lnTo>
                <a:close/>
                <a:moveTo>
                  <a:pt x="1638" y="959"/>
                </a:moveTo>
                <a:lnTo>
                  <a:pt x="1591" y="959"/>
                </a:lnTo>
                <a:lnTo>
                  <a:pt x="1591" y="912"/>
                </a:lnTo>
                <a:lnTo>
                  <a:pt x="1638" y="912"/>
                </a:lnTo>
                <a:lnTo>
                  <a:pt x="1638" y="959"/>
                </a:lnTo>
                <a:close/>
                <a:moveTo>
                  <a:pt x="1562" y="959"/>
                </a:moveTo>
                <a:lnTo>
                  <a:pt x="1515" y="959"/>
                </a:lnTo>
                <a:lnTo>
                  <a:pt x="1515" y="912"/>
                </a:lnTo>
                <a:lnTo>
                  <a:pt x="1562" y="912"/>
                </a:lnTo>
                <a:lnTo>
                  <a:pt x="1562" y="959"/>
                </a:lnTo>
                <a:close/>
                <a:moveTo>
                  <a:pt x="1486" y="959"/>
                </a:moveTo>
                <a:lnTo>
                  <a:pt x="1439" y="959"/>
                </a:lnTo>
                <a:lnTo>
                  <a:pt x="1439" y="912"/>
                </a:lnTo>
                <a:lnTo>
                  <a:pt x="1486" y="912"/>
                </a:lnTo>
                <a:lnTo>
                  <a:pt x="1486" y="959"/>
                </a:lnTo>
                <a:close/>
                <a:moveTo>
                  <a:pt x="881" y="959"/>
                </a:moveTo>
                <a:lnTo>
                  <a:pt x="833" y="959"/>
                </a:lnTo>
                <a:lnTo>
                  <a:pt x="833" y="912"/>
                </a:lnTo>
                <a:lnTo>
                  <a:pt x="881" y="912"/>
                </a:lnTo>
                <a:lnTo>
                  <a:pt x="881" y="959"/>
                </a:lnTo>
                <a:close/>
                <a:moveTo>
                  <a:pt x="653" y="959"/>
                </a:moveTo>
                <a:lnTo>
                  <a:pt x="606" y="959"/>
                </a:lnTo>
                <a:lnTo>
                  <a:pt x="606" y="912"/>
                </a:lnTo>
                <a:lnTo>
                  <a:pt x="653" y="912"/>
                </a:lnTo>
                <a:lnTo>
                  <a:pt x="653" y="959"/>
                </a:lnTo>
                <a:close/>
                <a:moveTo>
                  <a:pt x="578" y="959"/>
                </a:moveTo>
                <a:lnTo>
                  <a:pt x="530" y="959"/>
                </a:lnTo>
                <a:lnTo>
                  <a:pt x="530" y="912"/>
                </a:lnTo>
                <a:lnTo>
                  <a:pt x="578" y="912"/>
                </a:lnTo>
                <a:lnTo>
                  <a:pt x="578" y="959"/>
                </a:lnTo>
                <a:close/>
                <a:moveTo>
                  <a:pt x="2928" y="883"/>
                </a:moveTo>
                <a:lnTo>
                  <a:pt x="2878" y="883"/>
                </a:lnTo>
                <a:lnTo>
                  <a:pt x="2878" y="836"/>
                </a:lnTo>
                <a:lnTo>
                  <a:pt x="2928" y="836"/>
                </a:lnTo>
                <a:lnTo>
                  <a:pt x="2928" y="883"/>
                </a:lnTo>
                <a:close/>
                <a:moveTo>
                  <a:pt x="2776" y="883"/>
                </a:moveTo>
                <a:lnTo>
                  <a:pt x="2726" y="883"/>
                </a:lnTo>
                <a:lnTo>
                  <a:pt x="2726" y="836"/>
                </a:lnTo>
                <a:lnTo>
                  <a:pt x="2776" y="836"/>
                </a:lnTo>
                <a:lnTo>
                  <a:pt x="2776" y="883"/>
                </a:lnTo>
                <a:close/>
                <a:moveTo>
                  <a:pt x="2700" y="883"/>
                </a:moveTo>
                <a:lnTo>
                  <a:pt x="2651" y="883"/>
                </a:lnTo>
                <a:lnTo>
                  <a:pt x="2651" y="836"/>
                </a:lnTo>
                <a:lnTo>
                  <a:pt x="2700" y="836"/>
                </a:lnTo>
                <a:lnTo>
                  <a:pt x="2700" y="883"/>
                </a:lnTo>
                <a:close/>
                <a:moveTo>
                  <a:pt x="2622" y="883"/>
                </a:moveTo>
                <a:lnTo>
                  <a:pt x="2575" y="883"/>
                </a:lnTo>
                <a:lnTo>
                  <a:pt x="2575" y="836"/>
                </a:lnTo>
                <a:lnTo>
                  <a:pt x="2622" y="836"/>
                </a:lnTo>
                <a:lnTo>
                  <a:pt x="2622" y="883"/>
                </a:lnTo>
                <a:close/>
                <a:moveTo>
                  <a:pt x="2547" y="883"/>
                </a:moveTo>
                <a:lnTo>
                  <a:pt x="2499" y="883"/>
                </a:lnTo>
                <a:lnTo>
                  <a:pt x="2499" y="836"/>
                </a:lnTo>
                <a:lnTo>
                  <a:pt x="2547" y="836"/>
                </a:lnTo>
                <a:lnTo>
                  <a:pt x="2547" y="883"/>
                </a:lnTo>
                <a:close/>
                <a:moveTo>
                  <a:pt x="2471" y="883"/>
                </a:moveTo>
                <a:lnTo>
                  <a:pt x="2424" y="883"/>
                </a:lnTo>
                <a:lnTo>
                  <a:pt x="2424" y="836"/>
                </a:lnTo>
                <a:lnTo>
                  <a:pt x="2471" y="836"/>
                </a:lnTo>
                <a:lnTo>
                  <a:pt x="2471" y="883"/>
                </a:lnTo>
                <a:close/>
                <a:moveTo>
                  <a:pt x="2395" y="883"/>
                </a:moveTo>
                <a:lnTo>
                  <a:pt x="2348" y="883"/>
                </a:lnTo>
                <a:lnTo>
                  <a:pt x="2348" y="836"/>
                </a:lnTo>
                <a:lnTo>
                  <a:pt x="2395" y="836"/>
                </a:lnTo>
                <a:lnTo>
                  <a:pt x="2395" y="883"/>
                </a:lnTo>
                <a:close/>
                <a:moveTo>
                  <a:pt x="2319" y="883"/>
                </a:moveTo>
                <a:lnTo>
                  <a:pt x="2272" y="883"/>
                </a:lnTo>
                <a:lnTo>
                  <a:pt x="2272" y="836"/>
                </a:lnTo>
                <a:lnTo>
                  <a:pt x="2319" y="836"/>
                </a:lnTo>
                <a:lnTo>
                  <a:pt x="2319" y="883"/>
                </a:lnTo>
                <a:close/>
                <a:moveTo>
                  <a:pt x="2244" y="883"/>
                </a:moveTo>
                <a:lnTo>
                  <a:pt x="2196" y="883"/>
                </a:lnTo>
                <a:lnTo>
                  <a:pt x="2196" y="836"/>
                </a:lnTo>
                <a:lnTo>
                  <a:pt x="2244" y="836"/>
                </a:lnTo>
                <a:lnTo>
                  <a:pt x="2244" y="883"/>
                </a:lnTo>
                <a:close/>
                <a:moveTo>
                  <a:pt x="2168" y="883"/>
                </a:moveTo>
                <a:lnTo>
                  <a:pt x="2121" y="883"/>
                </a:lnTo>
                <a:lnTo>
                  <a:pt x="2121" y="836"/>
                </a:lnTo>
                <a:lnTo>
                  <a:pt x="2168" y="836"/>
                </a:lnTo>
                <a:lnTo>
                  <a:pt x="2168" y="883"/>
                </a:lnTo>
                <a:close/>
                <a:moveTo>
                  <a:pt x="2092" y="883"/>
                </a:moveTo>
                <a:lnTo>
                  <a:pt x="2045" y="883"/>
                </a:lnTo>
                <a:lnTo>
                  <a:pt x="2045" y="836"/>
                </a:lnTo>
                <a:lnTo>
                  <a:pt x="2092" y="836"/>
                </a:lnTo>
                <a:lnTo>
                  <a:pt x="2092" y="883"/>
                </a:lnTo>
                <a:close/>
                <a:moveTo>
                  <a:pt x="2016" y="883"/>
                </a:moveTo>
                <a:lnTo>
                  <a:pt x="1969" y="883"/>
                </a:lnTo>
                <a:lnTo>
                  <a:pt x="1969" y="836"/>
                </a:lnTo>
                <a:lnTo>
                  <a:pt x="2016" y="836"/>
                </a:lnTo>
                <a:lnTo>
                  <a:pt x="2016" y="883"/>
                </a:lnTo>
                <a:close/>
                <a:moveTo>
                  <a:pt x="1865" y="883"/>
                </a:moveTo>
                <a:lnTo>
                  <a:pt x="1818" y="883"/>
                </a:lnTo>
                <a:lnTo>
                  <a:pt x="1818" y="836"/>
                </a:lnTo>
                <a:lnTo>
                  <a:pt x="1865" y="836"/>
                </a:lnTo>
                <a:lnTo>
                  <a:pt x="1865" y="883"/>
                </a:lnTo>
                <a:close/>
                <a:moveTo>
                  <a:pt x="1789" y="883"/>
                </a:moveTo>
                <a:lnTo>
                  <a:pt x="1742" y="883"/>
                </a:lnTo>
                <a:lnTo>
                  <a:pt x="1742" y="836"/>
                </a:lnTo>
                <a:lnTo>
                  <a:pt x="1789" y="836"/>
                </a:lnTo>
                <a:lnTo>
                  <a:pt x="1789" y="883"/>
                </a:lnTo>
                <a:close/>
                <a:moveTo>
                  <a:pt x="1714" y="883"/>
                </a:moveTo>
                <a:lnTo>
                  <a:pt x="1666" y="883"/>
                </a:lnTo>
                <a:lnTo>
                  <a:pt x="1666" y="836"/>
                </a:lnTo>
                <a:lnTo>
                  <a:pt x="1714" y="836"/>
                </a:lnTo>
                <a:lnTo>
                  <a:pt x="1714" y="883"/>
                </a:lnTo>
                <a:close/>
                <a:moveTo>
                  <a:pt x="1638" y="883"/>
                </a:moveTo>
                <a:lnTo>
                  <a:pt x="1591" y="883"/>
                </a:lnTo>
                <a:lnTo>
                  <a:pt x="1591" y="836"/>
                </a:lnTo>
                <a:lnTo>
                  <a:pt x="1638" y="836"/>
                </a:lnTo>
                <a:lnTo>
                  <a:pt x="1638" y="883"/>
                </a:lnTo>
                <a:close/>
                <a:moveTo>
                  <a:pt x="1562" y="883"/>
                </a:moveTo>
                <a:lnTo>
                  <a:pt x="1515" y="883"/>
                </a:lnTo>
                <a:lnTo>
                  <a:pt x="1515" y="836"/>
                </a:lnTo>
                <a:lnTo>
                  <a:pt x="1562" y="836"/>
                </a:lnTo>
                <a:lnTo>
                  <a:pt x="1562" y="883"/>
                </a:lnTo>
                <a:close/>
                <a:moveTo>
                  <a:pt x="805" y="883"/>
                </a:moveTo>
                <a:lnTo>
                  <a:pt x="758" y="883"/>
                </a:lnTo>
                <a:lnTo>
                  <a:pt x="758" y="836"/>
                </a:lnTo>
                <a:lnTo>
                  <a:pt x="805" y="836"/>
                </a:lnTo>
                <a:lnTo>
                  <a:pt x="805" y="883"/>
                </a:lnTo>
                <a:close/>
                <a:moveTo>
                  <a:pt x="729" y="883"/>
                </a:moveTo>
                <a:lnTo>
                  <a:pt x="682" y="883"/>
                </a:lnTo>
                <a:lnTo>
                  <a:pt x="682" y="836"/>
                </a:lnTo>
                <a:lnTo>
                  <a:pt x="729" y="836"/>
                </a:lnTo>
                <a:lnTo>
                  <a:pt x="729" y="883"/>
                </a:lnTo>
                <a:close/>
                <a:moveTo>
                  <a:pt x="653" y="883"/>
                </a:moveTo>
                <a:lnTo>
                  <a:pt x="606" y="883"/>
                </a:lnTo>
                <a:lnTo>
                  <a:pt x="606" y="836"/>
                </a:lnTo>
                <a:lnTo>
                  <a:pt x="653" y="836"/>
                </a:lnTo>
                <a:lnTo>
                  <a:pt x="653" y="883"/>
                </a:lnTo>
                <a:close/>
                <a:moveTo>
                  <a:pt x="578" y="883"/>
                </a:moveTo>
                <a:lnTo>
                  <a:pt x="530" y="883"/>
                </a:lnTo>
                <a:lnTo>
                  <a:pt x="530" y="836"/>
                </a:lnTo>
                <a:lnTo>
                  <a:pt x="578" y="836"/>
                </a:lnTo>
                <a:lnTo>
                  <a:pt x="578" y="883"/>
                </a:lnTo>
                <a:close/>
                <a:moveTo>
                  <a:pt x="502" y="883"/>
                </a:moveTo>
                <a:lnTo>
                  <a:pt x="455" y="883"/>
                </a:lnTo>
                <a:lnTo>
                  <a:pt x="455" y="836"/>
                </a:lnTo>
                <a:lnTo>
                  <a:pt x="502" y="836"/>
                </a:lnTo>
                <a:lnTo>
                  <a:pt x="502" y="883"/>
                </a:lnTo>
                <a:close/>
                <a:moveTo>
                  <a:pt x="3003" y="807"/>
                </a:moveTo>
                <a:lnTo>
                  <a:pt x="2954" y="807"/>
                </a:lnTo>
                <a:lnTo>
                  <a:pt x="2954" y="760"/>
                </a:lnTo>
                <a:lnTo>
                  <a:pt x="3003" y="760"/>
                </a:lnTo>
                <a:lnTo>
                  <a:pt x="3003" y="807"/>
                </a:lnTo>
                <a:close/>
                <a:moveTo>
                  <a:pt x="2852" y="807"/>
                </a:moveTo>
                <a:lnTo>
                  <a:pt x="2802" y="807"/>
                </a:lnTo>
                <a:lnTo>
                  <a:pt x="2802" y="760"/>
                </a:lnTo>
                <a:lnTo>
                  <a:pt x="2852" y="760"/>
                </a:lnTo>
                <a:lnTo>
                  <a:pt x="2852" y="807"/>
                </a:lnTo>
                <a:close/>
                <a:moveTo>
                  <a:pt x="2776" y="807"/>
                </a:moveTo>
                <a:lnTo>
                  <a:pt x="2726" y="807"/>
                </a:lnTo>
                <a:lnTo>
                  <a:pt x="2726" y="760"/>
                </a:lnTo>
                <a:lnTo>
                  <a:pt x="2776" y="760"/>
                </a:lnTo>
                <a:lnTo>
                  <a:pt x="2776" y="807"/>
                </a:lnTo>
                <a:close/>
                <a:moveTo>
                  <a:pt x="2700" y="807"/>
                </a:moveTo>
                <a:lnTo>
                  <a:pt x="2651" y="807"/>
                </a:lnTo>
                <a:lnTo>
                  <a:pt x="2651" y="760"/>
                </a:lnTo>
                <a:lnTo>
                  <a:pt x="2700" y="760"/>
                </a:lnTo>
                <a:lnTo>
                  <a:pt x="2700" y="807"/>
                </a:lnTo>
                <a:close/>
                <a:moveTo>
                  <a:pt x="2622" y="807"/>
                </a:moveTo>
                <a:lnTo>
                  <a:pt x="2575" y="807"/>
                </a:lnTo>
                <a:lnTo>
                  <a:pt x="2575" y="760"/>
                </a:lnTo>
                <a:lnTo>
                  <a:pt x="2622" y="760"/>
                </a:lnTo>
                <a:lnTo>
                  <a:pt x="2622" y="807"/>
                </a:lnTo>
                <a:close/>
                <a:moveTo>
                  <a:pt x="2547" y="807"/>
                </a:moveTo>
                <a:lnTo>
                  <a:pt x="2499" y="807"/>
                </a:lnTo>
                <a:lnTo>
                  <a:pt x="2499" y="760"/>
                </a:lnTo>
                <a:lnTo>
                  <a:pt x="2547" y="760"/>
                </a:lnTo>
                <a:lnTo>
                  <a:pt x="2547" y="807"/>
                </a:lnTo>
                <a:close/>
                <a:moveTo>
                  <a:pt x="2471" y="807"/>
                </a:moveTo>
                <a:lnTo>
                  <a:pt x="2424" y="807"/>
                </a:lnTo>
                <a:lnTo>
                  <a:pt x="2424" y="760"/>
                </a:lnTo>
                <a:lnTo>
                  <a:pt x="2471" y="760"/>
                </a:lnTo>
                <a:lnTo>
                  <a:pt x="2471" y="807"/>
                </a:lnTo>
                <a:close/>
                <a:moveTo>
                  <a:pt x="2395" y="807"/>
                </a:moveTo>
                <a:lnTo>
                  <a:pt x="2348" y="807"/>
                </a:lnTo>
                <a:lnTo>
                  <a:pt x="2348" y="760"/>
                </a:lnTo>
                <a:lnTo>
                  <a:pt x="2395" y="760"/>
                </a:lnTo>
                <a:lnTo>
                  <a:pt x="2395" y="807"/>
                </a:lnTo>
                <a:close/>
                <a:moveTo>
                  <a:pt x="2319" y="807"/>
                </a:moveTo>
                <a:lnTo>
                  <a:pt x="2272" y="807"/>
                </a:lnTo>
                <a:lnTo>
                  <a:pt x="2272" y="760"/>
                </a:lnTo>
                <a:lnTo>
                  <a:pt x="2319" y="760"/>
                </a:lnTo>
                <a:lnTo>
                  <a:pt x="2319" y="807"/>
                </a:lnTo>
                <a:close/>
                <a:moveTo>
                  <a:pt x="2244" y="807"/>
                </a:moveTo>
                <a:lnTo>
                  <a:pt x="2196" y="807"/>
                </a:lnTo>
                <a:lnTo>
                  <a:pt x="2196" y="760"/>
                </a:lnTo>
                <a:lnTo>
                  <a:pt x="2244" y="760"/>
                </a:lnTo>
                <a:lnTo>
                  <a:pt x="2244" y="807"/>
                </a:lnTo>
                <a:close/>
                <a:moveTo>
                  <a:pt x="2168" y="807"/>
                </a:moveTo>
                <a:lnTo>
                  <a:pt x="2121" y="807"/>
                </a:lnTo>
                <a:lnTo>
                  <a:pt x="2121" y="760"/>
                </a:lnTo>
                <a:lnTo>
                  <a:pt x="2168" y="760"/>
                </a:lnTo>
                <a:lnTo>
                  <a:pt x="2168" y="807"/>
                </a:lnTo>
                <a:close/>
                <a:moveTo>
                  <a:pt x="2092" y="807"/>
                </a:moveTo>
                <a:lnTo>
                  <a:pt x="2045" y="807"/>
                </a:lnTo>
                <a:lnTo>
                  <a:pt x="2045" y="760"/>
                </a:lnTo>
                <a:lnTo>
                  <a:pt x="2092" y="760"/>
                </a:lnTo>
                <a:lnTo>
                  <a:pt x="2092" y="807"/>
                </a:lnTo>
                <a:close/>
                <a:moveTo>
                  <a:pt x="2016" y="807"/>
                </a:moveTo>
                <a:lnTo>
                  <a:pt x="1969" y="807"/>
                </a:lnTo>
                <a:lnTo>
                  <a:pt x="1969" y="760"/>
                </a:lnTo>
                <a:lnTo>
                  <a:pt x="2016" y="760"/>
                </a:lnTo>
                <a:lnTo>
                  <a:pt x="2016" y="807"/>
                </a:lnTo>
                <a:close/>
                <a:moveTo>
                  <a:pt x="1941" y="807"/>
                </a:moveTo>
                <a:lnTo>
                  <a:pt x="1893" y="807"/>
                </a:lnTo>
                <a:lnTo>
                  <a:pt x="1893" y="760"/>
                </a:lnTo>
                <a:lnTo>
                  <a:pt x="1941" y="760"/>
                </a:lnTo>
                <a:lnTo>
                  <a:pt x="1941" y="807"/>
                </a:lnTo>
                <a:close/>
                <a:moveTo>
                  <a:pt x="1789" y="807"/>
                </a:moveTo>
                <a:lnTo>
                  <a:pt x="1742" y="807"/>
                </a:lnTo>
                <a:lnTo>
                  <a:pt x="1742" y="760"/>
                </a:lnTo>
                <a:lnTo>
                  <a:pt x="1789" y="760"/>
                </a:lnTo>
                <a:lnTo>
                  <a:pt x="1789" y="807"/>
                </a:lnTo>
                <a:close/>
                <a:moveTo>
                  <a:pt x="1638" y="807"/>
                </a:moveTo>
                <a:lnTo>
                  <a:pt x="1591" y="807"/>
                </a:lnTo>
                <a:lnTo>
                  <a:pt x="1591" y="760"/>
                </a:lnTo>
                <a:lnTo>
                  <a:pt x="1638" y="760"/>
                </a:lnTo>
                <a:lnTo>
                  <a:pt x="1638" y="807"/>
                </a:lnTo>
                <a:close/>
                <a:moveTo>
                  <a:pt x="1562" y="807"/>
                </a:moveTo>
                <a:lnTo>
                  <a:pt x="1515" y="807"/>
                </a:lnTo>
                <a:lnTo>
                  <a:pt x="1515" y="760"/>
                </a:lnTo>
                <a:lnTo>
                  <a:pt x="1562" y="760"/>
                </a:lnTo>
                <a:lnTo>
                  <a:pt x="1562" y="807"/>
                </a:lnTo>
                <a:close/>
                <a:moveTo>
                  <a:pt x="881" y="807"/>
                </a:moveTo>
                <a:lnTo>
                  <a:pt x="833" y="807"/>
                </a:lnTo>
                <a:lnTo>
                  <a:pt x="833" y="760"/>
                </a:lnTo>
                <a:lnTo>
                  <a:pt x="881" y="760"/>
                </a:lnTo>
                <a:lnTo>
                  <a:pt x="881" y="807"/>
                </a:lnTo>
                <a:close/>
                <a:moveTo>
                  <a:pt x="805" y="807"/>
                </a:moveTo>
                <a:lnTo>
                  <a:pt x="758" y="807"/>
                </a:lnTo>
                <a:lnTo>
                  <a:pt x="758" y="760"/>
                </a:lnTo>
                <a:lnTo>
                  <a:pt x="805" y="760"/>
                </a:lnTo>
                <a:lnTo>
                  <a:pt x="805" y="807"/>
                </a:lnTo>
                <a:close/>
                <a:moveTo>
                  <a:pt x="729" y="807"/>
                </a:moveTo>
                <a:lnTo>
                  <a:pt x="682" y="807"/>
                </a:lnTo>
                <a:lnTo>
                  <a:pt x="682" y="760"/>
                </a:lnTo>
                <a:lnTo>
                  <a:pt x="729" y="760"/>
                </a:lnTo>
                <a:lnTo>
                  <a:pt x="729" y="807"/>
                </a:lnTo>
                <a:close/>
                <a:moveTo>
                  <a:pt x="653" y="807"/>
                </a:moveTo>
                <a:lnTo>
                  <a:pt x="606" y="807"/>
                </a:lnTo>
                <a:lnTo>
                  <a:pt x="606" y="760"/>
                </a:lnTo>
                <a:lnTo>
                  <a:pt x="653" y="760"/>
                </a:lnTo>
                <a:lnTo>
                  <a:pt x="653" y="807"/>
                </a:lnTo>
                <a:close/>
                <a:moveTo>
                  <a:pt x="578" y="807"/>
                </a:moveTo>
                <a:lnTo>
                  <a:pt x="530" y="807"/>
                </a:lnTo>
                <a:lnTo>
                  <a:pt x="530" y="760"/>
                </a:lnTo>
                <a:lnTo>
                  <a:pt x="578" y="760"/>
                </a:lnTo>
                <a:lnTo>
                  <a:pt x="578" y="807"/>
                </a:lnTo>
                <a:close/>
                <a:moveTo>
                  <a:pt x="502" y="807"/>
                </a:moveTo>
                <a:lnTo>
                  <a:pt x="455" y="807"/>
                </a:lnTo>
                <a:lnTo>
                  <a:pt x="455" y="760"/>
                </a:lnTo>
                <a:lnTo>
                  <a:pt x="502" y="760"/>
                </a:lnTo>
                <a:lnTo>
                  <a:pt x="502" y="807"/>
                </a:lnTo>
                <a:close/>
                <a:moveTo>
                  <a:pt x="3003" y="732"/>
                </a:moveTo>
                <a:lnTo>
                  <a:pt x="2954" y="732"/>
                </a:lnTo>
                <a:lnTo>
                  <a:pt x="2954" y="682"/>
                </a:lnTo>
                <a:lnTo>
                  <a:pt x="3003" y="682"/>
                </a:lnTo>
                <a:lnTo>
                  <a:pt x="3003" y="732"/>
                </a:lnTo>
                <a:close/>
                <a:moveTo>
                  <a:pt x="2928" y="732"/>
                </a:moveTo>
                <a:lnTo>
                  <a:pt x="2878" y="732"/>
                </a:lnTo>
                <a:lnTo>
                  <a:pt x="2878" y="682"/>
                </a:lnTo>
                <a:lnTo>
                  <a:pt x="2928" y="682"/>
                </a:lnTo>
                <a:lnTo>
                  <a:pt x="2928" y="732"/>
                </a:lnTo>
                <a:close/>
                <a:moveTo>
                  <a:pt x="2852" y="732"/>
                </a:moveTo>
                <a:lnTo>
                  <a:pt x="2802" y="732"/>
                </a:lnTo>
                <a:lnTo>
                  <a:pt x="2802" y="682"/>
                </a:lnTo>
                <a:lnTo>
                  <a:pt x="2852" y="682"/>
                </a:lnTo>
                <a:lnTo>
                  <a:pt x="2852" y="732"/>
                </a:lnTo>
                <a:close/>
                <a:moveTo>
                  <a:pt x="2776" y="732"/>
                </a:moveTo>
                <a:lnTo>
                  <a:pt x="2726" y="732"/>
                </a:lnTo>
                <a:lnTo>
                  <a:pt x="2726" y="682"/>
                </a:lnTo>
                <a:lnTo>
                  <a:pt x="2776" y="682"/>
                </a:lnTo>
                <a:lnTo>
                  <a:pt x="2776" y="732"/>
                </a:lnTo>
                <a:close/>
                <a:moveTo>
                  <a:pt x="2700" y="732"/>
                </a:moveTo>
                <a:lnTo>
                  <a:pt x="2651" y="732"/>
                </a:lnTo>
                <a:lnTo>
                  <a:pt x="2651" y="682"/>
                </a:lnTo>
                <a:lnTo>
                  <a:pt x="2700" y="682"/>
                </a:lnTo>
                <a:lnTo>
                  <a:pt x="2700" y="732"/>
                </a:lnTo>
                <a:close/>
                <a:moveTo>
                  <a:pt x="2622" y="732"/>
                </a:moveTo>
                <a:lnTo>
                  <a:pt x="2575" y="732"/>
                </a:lnTo>
                <a:lnTo>
                  <a:pt x="2575" y="682"/>
                </a:lnTo>
                <a:lnTo>
                  <a:pt x="2622" y="682"/>
                </a:lnTo>
                <a:lnTo>
                  <a:pt x="2622" y="732"/>
                </a:lnTo>
                <a:close/>
                <a:moveTo>
                  <a:pt x="2547" y="732"/>
                </a:moveTo>
                <a:lnTo>
                  <a:pt x="2499" y="732"/>
                </a:lnTo>
                <a:lnTo>
                  <a:pt x="2499" y="682"/>
                </a:lnTo>
                <a:lnTo>
                  <a:pt x="2547" y="682"/>
                </a:lnTo>
                <a:lnTo>
                  <a:pt x="2547" y="732"/>
                </a:lnTo>
                <a:close/>
                <a:moveTo>
                  <a:pt x="2471" y="732"/>
                </a:moveTo>
                <a:lnTo>
                  <a:pt x="2424" y="732"/>
                </a:lnTo>
                <a:lnTo>
                  <a:pt x="2424" y="682"/>
                </a:lnTo>
                <a:lnTo>
                  <a:pt x="2471" y="682"/>
                </a:lnTo>
                <a:lnTo>
                  <a:pt x="2471" y="732"/>
                </a:lnTo>
                <a:close/>
                <a:moveTo>
                  <a:pt x="2395" y="732"/>
                </a:moveTo>
                <a:lnTo>
                  <a:pt x="2348" y="732"/>
                </a:lnTo>
                <a:lnTo>
                  <a:pt x="2348" y="682"/>
                </a:lnTo>
                <a:lnTo>
                  <a:pt x="2395" y="682"/>
                </a:lnTo>
                <a:lnTo>
                  <a:pt x="2395" y="732"/>
                </a:lnTo>
                <a:close/>
                <a:moveTo>
                  <a:pt x="2319" y="732"/>
                </a:moveTo>
                <a:lnTo>
                  <a:pt x="2272" y="732"/>
                </a:lnTo>
                <a:lnTo>
                  <a:pt x="2272" y="682"/>
                </a:lnTo>
                <a:lnTo>
                  <a:pt x="2319" y="682"/>
                </a:lnTo>
                <a:lnTo>
                  <a:pt x="2319" y="732"/>
                </a:lnTo>
                <a:close/>
                <a:moveTo>
                  <a:pt x="2244" y="732"/>
                </a:moveTo>
                <a:lnTo>
                  <a:pt x="2196" y="732"/>
                </a:lnTo>
                <a:lnTo>
                  <a:pt x="2196" y="682"/>
                </a:lnTo>
                <a:lnTo>
                  <a:pt x="2244" y="682"/>
                </a:lnTo>
                <a:lnTo>
                  <a:pt x="2244" y="732"/>
                </a:lnTo>
                <a:close/>
                <a:moveTo>
                  <a:pt x="2092" y="732"/>
                </a:moveTo>
                <a:lnTo>
                  <a:pt x="2045" y="732"/>
                </a:lnTo>
                <a:lnTo>
                  <a:pt x="2045" y="682"/>
                </a:lnTo>
                <a:lnTo>
                  <a:pt x="2092" y="682"/>
                </a:lnTo>
                <a:lnTo>
                  <a:pt x="2092" y="732"/>
                </a:lnTo>
                <a:close/>
                <a:moveTo>
                  <a:pt x="1865" y="732"/>
                </a:moveTo>
                <a:lnTo>
                  <a:pt x="1818" y="732"/>
                </a:lnTo>
                <a:lnTo>
                  <a:pt x="1818" y="682"/>
                </a:lnTo>
                <a:lnTo>
                  <a:pt x="1865" y="682"/>
                </a:lnTo>
                <a:lnTo>
                  <a:pt x="1865" y="732"/>
                </a:lnTo>
                <a:close/>
                <a:moveTo>
                  <a:pt x="1789" y="732"/>
                </a:moveTo>
                <a:lnTo>
                  <a:pt x="1742" y="732"/>
                </a:lnTo>
                <a:lnTo>
                  <a:pt x="1742" y="682"/>
                </a:lnTo>
                <a:lnTo>
                  <a:pt x="1789" y="682"/>
                </a:lnTo>
                <a:lnTo>
                  <a:pt x="1789" y="732"/>
                </a:lnTo>
                <a:close/>
                <a:moveTo>
                  <a:pt x="1714" y="732"/>
                </a:moveTo>
                <a:lnTo>
                  <a:pt x="1666" y="732"/>
                </a:lnTo>
                <a:lnTo>
                  <a:pt x="1666" y="682"/>
                </a:lnTo>
                <a:lnTo>
                  <a:pt x="1714" y="682"/>
                </a:lnTo>
                <a:lnTo>
                  <a:pt x="1714" y="732"/>
                </a:lnTo>
                <a:close/>
                <a:moveTo>
                  <a:pt x="1638" y="732"/>
                </a:moveTo>
                <a:lnTo>
                  <a:pt x="1591" y="732"/>
                </a:lnTo>
                <a:lnTo>
                  <a:pt x="1591" y="682"/>
                </a:lnTo>
                <a:lnTo>
                  <a:pt x="1638" y="682"/>
                </a:lnTo>
                <a:lnTo>
                  <a:pt x="1638" y="732"/>
                </a:lnTo>
                <a:close/>
                <a:moveTo>
                  <a:pt x="956" y="732"/>
                </a:moveTo>
                <a:lnTo>
                  <a:pt x="909" y="732"/>
                </a:lnTo>
                <a:lnTo>
                  <a:pt x="909" y="682"/>
                </a:lnTo>
                <a:lnTo>
                  <a:pt x="956" y="682"/>
                </a:lnTo>
                <a:lnTo>
                  <a:pt x="956" y="732"/>
                </a:lnTo>
                <a:close/>
                <a:moveTo>
                  <a:pt x="881" y="732"/>
                </a:moveTo>
                <a:lnTo>
                  <a:pt x="833" y="732"/>
                </a:lnTo>
                <a:lnTo>
                  <a:pt x="833" y="682"/>
                </a:lnTo>
                <a:lnTo>
                  <a:pt x="881" y="682"/>
                </a:lnTo>
                <a:lnTo>
                  <a:pt x="881" y="732"/>
                </a:lnTo>
                <a:close/>
                <a:moveTo>
                  <a:pt x="805" y="732"/>
                </a:moveTo>
                <a:lnTo>
                  <a:pt x="758" y="732"/>
                </a:lnTo>
                <a:lnTo>
                  <a:pt x="758" y="682"/>
                </a:lnTo>
                <a:lnTo>
                  <a:pt x="805" y="682"/>
                </a:lnTo>
                <a:lnTo>
                  <a:pt x="805" y="732"/>
                </a:lnTo>
                <a:close/>
                <a:moveTo>
                  <a:pt x="729" y="732"/>
                </a:moveTo>
                <a:lnTo>
                  <a:pt x="682" y="732"/>
                </a:lnTo>
                <a:lnTo>
                  <a:pt x="682" y="682"/>
                </a:lnTo>
                <a:lnTo>
                  <a:pt x="729" y="682"/>
                </a:lnTo>
                <a:lnTo>
                  <a:pt x="729" y="732"/>
                </a:lnTo>
                <a:close/>
                <a:moveTo>
                  <a:pt x="653" y="732"/>
                </a:moveTo>
                <a:lnTo>
                  <a:pt x="606" y="732"/>
                </a:lnTo>
                <a:lnTo>
                  <a:pt x="606" y="682"/>
                </a:lnTo>
                <a:lnTo>
                  <a:pt x="653" y="682"/>
                </a:lnTo>
                <a:lnTo>
                  <a:pt x="653" y="732"/>
                </a:lnTo>
                <a:close/>
                <a:moveTo>
                  <a:pt x="578" y="732"/>
                </a:moveTo>
                <a:lnTo>
                  <a:pt x="530" y="732"/>
                </a:lnTo>
                <a:lnTo>
                  <a:pt x="530" y="682"/>
                </a:lnTo>
                <a:lnTo>
                  <a:pt x="578" y="682"/>
                </a:lnTo>
                <a:lnTo>
                  <a:pt x="578" y="732"/>
                </a:lnTo>
                <a:close/>
                <a:moveTo>
                  <a:pt x="502" y="732"/>
                </a:moveTo>
                <a:lnTo>
                  <a:pt x="455" y="732"/>
                </a:lnTo>
                <a:lnTo>
                  <a:pt x="455" y="682"/>
                </a:lnTo>
                <a:lnTo>
                  <a:pt x="502" y="682"/>
                </a:lnTo>
                <a:lnTo>
                  <a:pt x="502" y="732"/>
                </a:lnTo>
                <a:close/>
                <a:moveTo>
                  <a:pt x="3003" y="656"/>
                </a:moveTo>
                <a:lnTo>
                  <a:pt x="2954" y="656"/>
                </a:lnTo>
                <a:lnTo>
                  <a:pt x="2954" y="606"/>
                </a:lnTo>
                <a:lnTo>
                  <a:pt x="3003" y="606"/>
                </a:lnTo>
                <a:lnTo>
                  <a:pt x="3003" y="656"/>
                </a:lnTo>
                <a:close/>
                <a:moveTo>
                  <a:pt x="2928" y="656"/>
                </a:moveTo>
                <a:lnTo>
                  <a:pt x="2878" y="656"/>
                </a:lnTo>
                <a:lnTo>
                  <a:pt x="2878" y="606"/>
                </a:lnTo>
                <a:lnTo>
                  <a:pt x="2928" y="606"/>
                </a:lnTo>
                <a:lnTo>
                  <a:pt x="2928" y="656"/>
                </a:lnTo>
                <a:close/>
                <a:moveTo>
                  <a:pt x="2852" y="656"/>
                </a:moveTo>
                <a:lnTo>
                  <a:pt x="2802" y="656"/>
                </a:lnTo>
                <a:lnTo>
                  <a:pt x="2802" y="606"/>
                </a:lnTo>
                <a:lnTo>
                  <a:pt x="2852" y="606"/>
                </a:lnTo>
                <a:lnTo>
                  <a:pt x="2852" y="656"/>
                </a:lnTo>
                <a:close/>
                <a:moveTo>
                  <a:pt x="2776" y="656"/>
                </a:moveTo>
                <a:lnTo>
                  <a:pt x="2726" y="656"/>
                </a:lnTo>
                <a:lnTo>
                  <a:pt x="2726" y="606"/>
                </a:lnTo>
                <a:lnTo>
                  <a:pt x="2776" y="606"/>
                </a:lnTo>
                <a:lnTo>
                  <a:pt x="2776" y="656"/>
                </a:lnTo>
                <a:close/>
                <a:moveTo>
                  <a:pt x="2700" y="656"/>
                </a:moveTo>
                <a:lnTo>
                  <a:pt x="2651" y="656"/>
                </a:lnTo>
                <a:lnTo>
                  <a:pt x="2651" y="606"/>
                </a:lnTo>
                <a:lnTo>
                  <a:pt x="2700" y="606"/>
                </a:lnTo>
                <a:lnTo>
                  <a:pt x="2700" y="656"/>
                </a:lnTo>
                <a:close/>
                <a:moveTo>
                  <a:pt x="2622" y="656"/>
                </a:moveTo>
                <a:lnTo>
                  <a:pt x="2575" y="656"/>
                </a:lnTo>
                <a:lnTo>
                  <a:pt x="2575" y="606"/>
                </a:lnTo>
                <a:lnTo>
                  <a:pt x="2622" y="606"/>
                </a:lnTo>
                <a:lnTo>
                  <a:pt x="2622" y="656"/>
                </a:lnTo>
                <a:close/>
                <a:moveTo>
                  <a:pt x="2547" y="656"/>
                </a:moveTo>
                <a:lnTo>
                  <a:pt x="2499" y="656"/>
                </a:lnTo>
                <a:lnTo>
                  <a:pt x="2499" y="606"/>
                </a:lnTo>
                <a:lnTo>
                  <a:pt x="2547" y="606"/>
                </a:lnTo>
                <a:lnTo>
                  <a:pt x="2547" y="656"/>
                </a:lnTo>
                <a:close/>
                <a:moveTo>
                  <a:pt x="2471" y="656"/>
                </a:moveTo>
                <a:lnTo>
                  <a:pt x="2424" y="656"/>
                </a:lnTo>
                <a:lnTo>
                  <a:pt x="2424" y="606"/>
                </a:lnTo>
                <a:lnTo>
                  <a:pt x="2471" y="606"/>
                </a:lnTo>
                <a:lnTo>
                  <a:pt x="2471" y="656"/>
                </a:lnTo>
                <a:close/>
                <a:moveTo>
                  <a:pt x="2395" y="656"/>
                </a:moveTo>
                <a:lnTo>
                  <a:pt x="2348" y="656"/>
                </a:lnTo>
                <a:lnTo>
                  <a:pt x="2348" y="606"/>
                </a:lnTo>
                <a:lnTo>
                  <a:pt x="2395" y="606"/>
                </a:lnTo>
                <a:lnTo>
                  <a:pt x="2395" y="656"/>
                </a:lnTo>
                <a:close/>
                <a:moveTo>
                  <a:pt x="2319" y="656"/>
                </a:moveTo>
                <a:lnTo>
                  <a:pt x="2272" y="656"/>
                </a:lnTo>
                <a:lnTo>
                  <a:pt x="2272" y="606"/>
                </a:lnTo>
                <a:lnTo>
                  <a:pt x="2319" y="606"/>
                </a:lnTo>
                <a:lnTo>
                  <a:pt x="2319" y="656"/>
                </a:lnTo>
                <a:close/>
                <a:moveTo>
                  <a:pt x="2244" y="656"/>
                </a:moveTo>
                <a:lnTo>
                  <a:pt x="2196" y="656"/>
                </a:lnTo>
                <a:lnTo>
                  <a:pt x="2196" y="606"/>
                </a:lnTo>
                <a:lnTo>
                  <a:pt x="2244" y="606"/>
                </a:lnTo>
                <a:lnTo>
                  <a:pt x="2244" y="656"/>
                </a:lnTo>
                <a:close/>
                <a:moveTo>
                  <a:pt x="2168" y="656"/>
                </a:moveTo>
                <a:lnTo>
                  <a:pt x="2121" y="656"/>
                </a:lnTo>
                <a:lnTo>
                  <a:pt x="2121" y="606"/>
                </a:lnTo>
                <a:lnTo>
                  <a:pt x="2168" y="606"/>
                </a:lnTo>
                <a:lnTo>
                  <a:pt x="2168" y="656"/>
                </a:lnTo>
                <a:close/>
                <a:moveTo>
                  <a:pt x="2092" y="656"/>
                </a:moveTo>
                <a:lnTo>
                  <a:pt x="2045" y="656"/>
                </a:lnTo>
                <a:lnTo>
                  <a:pt x="2045" y="606"/>
                </a:lnTo>
                <a:lnTo>
                  <a:pt x="2092" y="606"/>
                </a:lnTo>
                <a:lnTo>
                  <a:pt x="2092" y="656"/>
                </a:lnTo>
                <a:close/>
                <a:moveTo>
                  <a:pt x="2016" y="656"/>
                </a:moveTo>
                <a:lnTo>
                  <a:pt x="1969" y="656"/>
                </a:lnTo>
                <a:lnTo>
                  <a:pt x="1969" y="606"/>
                </a:lnTo>
                <a:lnTo>
                  <a:pt x="2016" y="606"/>
                </a:lnTo>
                <a:lnTo>
                  <a:pt x="2016" y="656"/>
                </a:lnTo>
                <a:close/>
                <a:moveTo>
                  <a:pt x="1941" y="656"/>
                </a:moveTo>
                <a:lnTo>
                  <a:pt x="1893" y="656"/>
                </a:lnTo>
                <a:lnTo>
                  <a:pt x="1893" y="606"/>
                </a:lnTo>
                <a:lnTo>
                  <a:pt x="1941" y="606"/>
                </a:lnTo>
                <a:lnTo>
                  <a:pt x="1941" y="656"/>
                </a:lnTo>
                <a:close/>
                <a:moveTo>
                  <a:pt x="1865" y="656"/>
                </a:moveTo>
                <a:lnTo>
                  <a:pt x="1818" y="656"/>
                </a:lnTo>
                <a:lnTo>
                  <a:pt x="1818" y="606"/>
                </a:lnTo>
                <a:lnTo>
                  <a:pt x="1865" y="606"/>
                </a:lnTo>
                <a:lnTo>
                  <a:pt x="1865" y="656"/>
                </a:lnTo>
                <a:close/>
                <a:moveTo>
                  <a:pt x="1789" y="656"/>
                </a:moveTo>
                <a:lnTo>
                  <a:pt x="1742" y="656"/>
                </a:lnTo>
                <a:lnTo>
                  <a:pt x="1742" y="606"/>
                </a:lnTo>
                <a:lnTo>
                  <a:pt x="1789" y="606"/>
                </a:lnTo>
                <a:lnTo>
                  <a:pt x="1789" y="656"/>
                </a:lnTo>
                <a:close/>
                <a:moveTo>
                  <a:pt x="1714" y="656"/>
                </a:moveTo>
                <a:lnTo>
                  <a:pt x="1666" y="656"/>
                </a:lnTo>
                <a:lnTo>
                  <a:pt x="1666" y="606"/>
                </a:lnTo>
                <a:lnTo>
                  <a:pt x="1714" y="606"/>
                </a:lnTo>
                <a:lnTo>
                  <a:pt x="1714" y="656"/>
                </a:lnTo>
                <a:close/>
                <a:moveTo>
                  <a:pt x="1638" y="656"/>
                </a:moveTo>
                <a:lnTo>
                  <a:pt x="1591" y="656"/>
                </a:lnTo>
                <a:lnTo>
                  <a:pt x="1591" y="606"/>
                </a:lnTo>
                <a:lnTo>
                  <a:pt x="1638" y="606"/>
                </a:lnTo>
                <a:lnTo>
                  <a:pt x="1638" y="656"/>
                </a:lnTo>
                <a:close/>
                <a:moveTo>
                  <a:pt x="1108" y="656"/>
                </a:moveTo>
                <a:lnTo>
                  <a:pt x="1060" y="656"/>
                </a:lnTo>
                <a:lnTo>
                  <a:pt x="1060" y="606"/>
                </a:lnTo>
                <a:lnTo>
                  <a:pt x="1108" y="606"/>
                </a:lnTo>
                <a:lnTo>
                  <a:pt x="1108" y="656"/>
                </a:lnTo>
                <a:close/>
                <a:moveTo>
                  <a:pt x="1032" y="656"/>
                </a:moveTo>
                <a:lnTo>
                  <a:pt x="985" y="656"/>
                </a:lnTo>
                <a:lnTo>
                  <a:pt x="985" y="606"/>
                </a:lnTo>
                <a:lnTo>
                  <a:pt x="1032" y="606"/>
                </a:lnTo>
                <a:lnTo>
                  <a:pt x="1032" y="656"/>
                </a:lnTo>
                <a:close/>
                <a:moveTo>
                  <a:pt x="956" y="656"/>
                </a:moveTo>
                <a:lnTo>
                  <a:pt x="909" y="656"/>
                </a:lnTo>
                <a:lnTo>
                  <a:pt x="909" y="606"/>
                </a:lnTo>
                <a:lnTo>
                  <a:pt x="956" y="606"/>
                </a:lnTo>
                <a:lnTo>
                  <a:pt x="956" y="656"/>
                </a:lnTo>
                <a:close/>
                <a:moveTo>
                  <a:pt x="881" y="656"/>
                </a:moveTo>
                <a:lnTo>
                  <a:pt x="833" y="656"/>
                </a:lnTo>
                <a:lnTo>
                  <a:pt x="833" y="606"/>
                </a:lnTo>
                <a:lnTo>
                  <a:pt x="881" y="606"/>
                </a:lnTo>
                <a:lnTo>
                  <a:pt x="881" y="656"/>
                </a:lnTo>
                <a:close/>
                <a:moveTo>
                  <a:pt x="805" y="656"/>
                </a:moveTo>
                <a:lnTo>
                  <a:pt x="758" y="656"/>
                </a:lnTo>
                <a:lnTo>
                  <a:pt x="758" y="606"/>
                </a:lnTo>
                <a:lnTo>
                  <a:pt x="805" y="606"/>
                </a:lnTo>
                <a:lnTo>
                  <a:pt x="805" y="656"/>
                </a:lnTo>
                <a:close/>
                <a:moveTo>
                  <a:pt x="729" y="656"/>
                </a:moveTo>
                <a:lnTo>
                  <a:pt x="682" y="656"/>
                </a:lnTo>
                <a:lnTo>
                  <a:pt x="682" y="606"/>
                </a:lnTo>
                <a:lnTo>
                  <a:pt x="729" y="606"/>
                </a:lnTo>
                <a:lnTo>
                  <a:pt x="729" y="656"/>
                </a:lnTo>
                <a:close/>
                <a:moveTo>
                  <a:pt x="653" y="656"/>
                </a:moveTo>
                <a:lnTo>
                  <a:pt x="606" y="656"/>
                </a:lnTo>
                <a:lnTo>
                  <a:pt x="606" y="606"/>
                </a:lnTo>
                <a:lnTo>
                  <a:pt x="653" y="606"/>
                </a:lnTo>
                <a:lnTo>
                  <a:pt x="653" y="656"/>
                </a:lnTo>
                <a:close/>
                <a:moveTo>
                  <a:pt x="578" y="656"/>
                </a:moveTo>
                <a:lnTo>
                  <a:pt x="530" y="656"/>
                </a:lnTo>
                <a:lnTo>
                  <a:pt x="530" y="606"/>
                </a:lnTo>
                <a:lnTo>
                  <a:pt x="578" y="606"/>
                </a:lnTo>
                <a:lnTo>
                  <a:pt x="578" y="656"/>
                </a:lnTo>
                <a:close/>
                <a:moveTo>
                  <a:pt x="502" y="656"/>
                </a:moveTo>
                <a:lnTo>
                  <a:pt x="455" y="656"/>
                </a:lnTo>
                <a:lnTo>
                  <a:pt x="455" y="606"/>
                </a:lnTo>
                <a:lnTo>
                  <a:pt x="502" y="606"/>
                </a:lnTo>
                <a:lnTo>
                  <a:pt x="502" y="656"/>
                </a:lnTo>
                <a:close/>
                <a:moveTo>
                  <a:pt x="426" y="656"/>
                </a:moveTo>
                <a:lnTo>
                  <a:pt x="379" y="656"/>
                </a:lnTo>
                <a:lnTo>
                  <a:pt x="379" y="606"/>
                </a:lnTo>
                <a:lnTo>
                  <a:pt x="426" y="606"/>
                </a:lnTo>
                <a:lnTo>
                  <a:pt x="426" y="656"/>
                </a:lnTo>
                <a:close/>
                <a:moveTo>
                  <a:pt x="3155" y="578"/>
                </a:moveTo>
                <a:lnTo>
                  <a:pt x="3105" y="578"/>
                </a:lnTo>
                <a:lnTo>
                  <a:pt x="3105" y="531"/>
                </a:lnTo>
                <a:lnTo>
                  <a:pt x="3155" y="531"/>
                </a:lnTo>
                <a:lnTo>
                  <a:pt x="3155" y="578"/>
                </a:lnTo>
                <a:close/>
                <a:moveTo>
                  <a:pt x="3003" y="578"/>
                </a:moveTo>
                <a:lnTo>
                  <a:pt x="2954" y="578"/>
                </a:lnTo>
                <a:lnTo>
                  <a:pt x="2954" y="531"/>
                </a:lnTo>
                <a:lnTo>
                  <a:pt x="3003" y="531"/>
                </a:lnTo>
                <a:lnTo>
                  <a:pt x="3003" y="578"/>
                </a:lnTo>
                <a:close/>
                <a:moveTo>
                  <a:pt x="2928" y="578"/>
                </a:moveTo>
                <a:lnTo>
                  <a:pt x="2878" y="578"/>
                </a:lnTo>
                <a:lnTo>
                  <a:pt x="2878" y="531"/>
                </a:lnTo>
                <a:lnTo>
                  <a:pt x="2928" y="531"/>
                </a:lnTo>
                <a:lnTo>
                  <a:pt x="2928" y="578"/>
                </a:lnTo>
                <a:close/>
                <a:moveTo>
                  <a:pt x="2852" y="578"/>
                </a:moveTo>
                <a:lnTo>
                  <a:pt x="2802" y="578"/>
                </a:lnTo>
                <a:lnTo>
                  <a:pt x="2802" y="531"/>
                </a:lnTo>
                <a:lnTo>
                  <a:pt x="2852" y="531"/>
                </a:lnTo>
                <a:lnTo>
                  <a:pt x="2852" y="578"/>
                </a:lnTo>
                <a:close/>
                <a:moveTo>
                  <a:pt x="2776" y="578"/>
                </a:moveTo>
                <a:lnTo>
                  <a:pt x="2726" y="578"/>
                </a:lnTo>
                <a:lnTo>
                  <a:pt x="2726" y="531"/>
                </a:lnTo>
                <a:lnTo>
                  <a:pt x="2776" y="531"/>
                </a:lnTo>
                <a:lnTo>
                  <a:pt x="2776" y="578"/>
                </a:lnTo>
                <a:close/>
                <a:moveTo>
                  <a:pt x="2700" y="578"/>
                </a:moveTo>
                <a:lnTo>
                  <a:pt x="2651" y="578"/>
                </a:lnTo>
                <a:lnTo>
                  <a:pt x="2651" y="531"/>
                </a:lnTo>
                <a:lnTo>
                  <a:pt x="2700" y="531"/>
                </a:lnTo>
                <a:lnTo>
                  <a:pt x="2700" y="578"/>
                </a:lnTo>
                <a:close/>
                <a:moveTo>
                  <a:pt x="2622" y="578"/>
                </a:moveTo>
                <a:lnTo>
                  <a:pt x="2575" y="578"/>
                </a:lnTo>
                <a:lnTo>
                  <a:pt x="2575" y="531"/>
                </a:lnTo>
                <a:lnTo>
                  <a:pt x="2622" y="531"/>
                </a:lnTo>
                <a:lnTo>
                  <a:pt x="2622" y="578"/>
                </a:lnTo>
                <a:close/>
                <a:moveTo>
                  <a:pt x="2547" y="578"/>
                </a:moveTo>
                <a:lnTo>
                  <a:pt x="2499" y="578"/>
                </a:lnTo>
                <a:lnTo>
                  <a:pt x="2499" y="531"/>
                </a:lnTo>
                <a:lnTo>
                  <a:pt x="2547" y="531"/>
                </a:lnTo>
                <a:lnTo>
                  <a:pt x="2547" y="578"/>
                </a:lnTo>
                <a:close/>
                <a:moveTo>
                  <a:pt x="2471" y="578"/>
                </a:moveTo>
                <a:lnTo>
                  <a:pt x="2424" y="578"/>
                </a:lnTo>
                <a:lnTo>
                  <a:pt x="2424" y="531"/>
                </a:lnTo>
                <a:lnTo>
                  <a:pt x="2471" y="531"/>
                </a:lnTo>
                <a:lnTo>
                  <a:pt x="2471" y="578"/>
                </a:lnTo>
                <a:close/>
                <a:moveTo>
                  <a:pt x="2395" y="578"/>
                </a:moveTo>
                <a:lnTo>
                  <a:pt x="2348" y="578"/>
                </a:lnTo>
                <a:lnTo>
                  <a:pt x="2348" y="531"/>
                </a:lnTo>
                <a:lnTo>
                  <a:pt x="2395" y="531"/>
                </a:lnTo>
                <a:lnTo>
                  <a:pt x="2395" y="578"/>
                </a:lnTo>
                <a:close/>
                <a:moveTo>
                  <a:pt x="2319" y="578"/>
                </a:moveTo>
                <a:lnTo>
                  <a:pt x="2272" y="578"/>
                </a:lnTo>
                <a:lnTo>
                  <a:pt x="2272" y="531"/>
                </a:lnTo>
                <a:lnTo>
                  <a:pt x="2319" y="531"/>
                </a:lnTo>
                <a:lnTo>
                  <a:pt x="2319" y="578"/>
                </a:lnTo>
                <a:close/>
                <a:moveTo>
                  <a:pt x="2244" y="578"/>
                </a:moveTo>
                <a:lnTo>
                  <a:pt x="2196" y="578"/>
                </a:lnTo>
                <a:lnTo>
                  <a:pt x="2196" y="531"/>
                </a:lnTo>
                <a:lnTo>
                  <a:pt x="2244" y="531"/>
                </a:lnTo>
                <a:lnTo>
                  <a:pt x="2244" y="578"/>
                </a:lnTo>
                <a:close/>
                <a:moveTo>
                  <a:pt x="2168" y="578"/>
                </a:moveTo>
                <a:lnTo>
                  <a:pt x="2121" y="578"/>
                </a:lnTo>
                <a:lnTo>
                  <a:pt x="2121" y="531"/>
                </a:lnTo>
                <a:lnTo>
                  <a:pt x="2168" y="531"/>
                </a:lnTo>
                <a:lnTo>
                  <a:pt x="2168" y="578"/>
                </a:lnTo>
                <a:close/>
                <a:moveTo>
                  <a:pt x="2092" y="578"/>
                </a:moveTo>
                <a:lnTo>
                  <a:pt x="2045" y="578"/>
                </a:lnTo>
                <a:lnTo>
                  <a:pt x="2045" y="531"/>
                </a:lnTo>
                <a:lnTo>
                  <a:pt x="2092" y="531"/>
                </a:lnTo>
                <a:lnTo>
                  <a:pt x="2092" y="578"/>
                </a:lnTo>
                <a:close/>
                <a:moveTo>
                  <a:pt x="2016" y="578"/>
                </a:moveTo>
                <a:lnTo>
                  <a:pt x="1969" y="578"/>
                </a:lnTo>
                <a:lnTo>
                  <a:pt x="1969" y="531"/>
                </a:lnTo>
                <a:lnTo>
                  <a:pt x="2016" y="531"/>
                </a:lnTo>
                <a:lnTo>
                  <a:pt x="2016" y="578"/>
                </a:lnTo>
                <a:close/>
                <a:moveTo>
                  <a:pt x="1941" y="578"/>
                </a:moveTo>
                <a:lnTo>
                  <a:pt x="1893" y="578"/>
                </a:lnTo>
                <a:lnTo>
                  <a:pt x="1893" y="531"/>
                </a:lnTo>
                <a:lnTo>
                  <a:pt x="1941" y="531"/>
                </a:lnTo>
                <a:lnTo>
                  <a:pt x="1941" y="578"/>
                </a:lnTo>
                <a:close/>
                <a:moveTo>
                  <a:pt x="1865" y="578"/>
                </a:moveTo>
                <a:lnTo>
                  <a:pt x="1818" y="578"/>
                </a:lnTo>
                <a:lnTo>
                  <a:pt x="1818" y="531"/>
                </a:lnTo>
                <a:lnTo>
                  <a:pt x="1865" y="531"/>
                </a:lnTo>
                <a:lnTo>
                  <a:pt x="1865" y="578"/>
                </a:lnTo>
                <a:close/>
                <a:moveTo>
                  <a:pt x="1789" y="578"/>
                </a:moveTo>
                <a:lnTo>
                  <a:pt x="1742" y="578"/>
                </a:lnTo>
                <a:lnTo>
                  <a:pt x="1742" y="531"/>
                </a:lnTo>
                <a:lnTo>
                  <a:pt x="1789" y="531"/>
                </a:lnTo>
                <a:lnTo>
                  <a:pt x="1789" y="578"/>
                </a:lnTo>
                <a:close/>
                <a:moveTo>
                  <a:pt x="1638" y="578"/>
                </a:moveTo>
                <a:lnTo>
                  <a:pt x="1591" y="578"/>
                </a:lnTo>
                <a:lnTo>
                  <a:pt x="1591" y="531"/>
                </a:lnTo>
                <a:lnTo>
                  <a:pt x="1638" y="531"/>
                </a:lnTo>
                <a:lnTo>
                  <a:pt x="1638" y="578"/>
                </a:lnTo>
                <a:close/>
                <a:moveTo>
                  <a:pt x="1562" y="578"/>
                </a:moveTo>
                <a:lnTo>
                  <a:pt x="1515" y="578"/>
                </a:lnTo>
                <a:lnTo>
                  <a:pt x="1515" y="531"/>
                </a:lnTo>
                <a:lnTo>
                  <a:pt x="1562" y="531"/>
                </a:lnTo>
                <a:lnTo>
                  <a:pt x="1562" y="578"/>
                </a:lnTo>
                <a:close/>
                <a:moveTo>
                  <a:pt x="1032" y="578"/>
                </a:moveTo>
                <a:lnTo>
                  <a:pt x="985" y="578"/>
                </a:lnTo>
                <a:lnTo>
                  <a:pt x="985" y="531"/>
                </a:lnTo>
                <a:lnTo>
                  <a:pt x="1032" y="531"/>
                </a:lnTo>
                <a:lnTo>
                  <a:pt x="1032" y="578"/>
                </a:lnTo>
                <a:close/>
                <a:moveTo>
                  <a:pt x="956" y="578"/>
                </a:moveTo>
                <a:lnTo>
                  <a:pt x="909" y="578"/>
                </a:lnTo>
                <a:lnTo>
                  <a:pt x="909" y="531"/>
                </a:lnTo>
                <a:lnTo>
                  <a:pt x="956" y="531"/>
                </a:lnTo>
                <a:lnTo>
                  <a:pt x="956" y="578"/>
                </a:lnTo>
                <a:close/>
                <a:moveTo>
                  <a:pt x="881" y="578"/>
                </a:moveTo>
                <a:lnTo>
                  <a:pt x="833" y="578"/>
                </a:lnTo>
                <a:lnTo>
                  <a:pt x="833" y="531"/>
                </a:lnTo>
                <a:lnTo>
                  <a:pt x="881" y="531"/>
                </a:lnTo>
                <a:lnTo>
                  <a:pt x="881" y="578"/>
                </a:lnTo>
                <a:close/>
                <a:moveTo>
                  <a:pt x="805" y="578"/>
                </a:moveTo>
                <a:lnTo>
                  <a:pt x="758" y="578"/>
                </a:lnTo>
                <a:lnTo>
                  <a:pt x="758" y="531"/>
                </a:lnTo>
                <a:lnTo>
                  <a:pt x="805" y="531"/>
                </a:lnTo>
                <a:lnTo>
                  <a:pt x="805" y="578"/>
                </a:lnTo>
                <a:close/>
                <a:moveTo>
                  <a:pt x="729" y="578"/>
                </a:moveTo>
                <a:lnTo>
                  <a:pt x="682" y="578"/>
                </a:lnTo>
                <a:lnTo>
                  <a:pt x="682" y="531"/>
                </a:lnTo>
                <a:lnTo>
                  <a:pt x="729" y="531"/>
                </a:lnTo>
                <a:lnTo>
                  <a:pt x="729" y="578"/>
                </a:lnTo>
                <a:close/>
                <a:moveTo>
                  <a:pt x="653" y="578"/>
                </a:moveTo>
                <a:lnTo>
                  <a:pt x="606" y="578"/>
                </a:lnTo>
                <a:lnTo>
                  <a:pt x="606" y="531"/>
                </a:lnTo>
                <a:lnTo>
                  <a:pt x="653" y="531"/>
                </a:lnTo>
                <a:lnTo>
                  <a:pt x="653" y="578"/>
                </a:lnTo>
                <a:close/>
                <a:moveTo>
                  <a:pt x="578" y="578"/>
                </a:moveTo>
                <a:lnTo>
                  <a:pt x="530" y="578"/>
                </a:lnTo>
                <a:lnTo>
                  <a:pt x="530" y="531"/>
                </a:lnTo>
                <a:lnTo>
                  <a:pt x="578" y="531"/>
                </a:lnTo>
                <a:lnTo>
                  <a:pt x="578" y="578"/>
                </a:lnTo>
                <a:close/>
                <a:moveTo>
                  <a:pt x="502" y="578"/>
                </a:moveTo>
                <a:lnTo>
                  <a:pt x="455" y="578"/>
                </a:lnTo>
                <a:lnTo>
                  <a:pt x="455" y="531"/>
                </a:lnTo>
                <a:lnTo>
                  <a:pt x="502" y="531"/>
                </a:lnTo>
                <a:lnTo>
                  <a:pt x="502" y="578"/>
                </a:lnTo>
                <a:close/>
                <a:moveTo>
                  <a:pt x="426" y="578"/>
                </a:moveTo>
                <a:lnTo>
                  <a:pt x="379" y="578"/>
                </a:lnTo>
                <a:lnTo>
                  <a:pt x="379" y="531"/>
                </a:lnTo>
                <a:lnTo>
                  <a:pt x="426" y="531"/>
                </a:lnTo>
                <a:lnTo>
                  <a:pt x="426" y="578"/>
                </a:lnTo>
                <a:close/>
                <a:moveTo>
                  <a:pt x="351" y="578"/>
                </a:moveTo>
                <a:lnTo>
                  <a:pt x="303" y="578"/>
                </a:lnTo>
                <a:lnTo>
                  <a:pt x="303" y="531"/>
                </a:lnTo>
                <a:lnTo>
                  <a:pt x="351" y="531"/>
                </a:lnTo>
                <a:lnTo>
                  <a:pt x="351" y="578"/>
                </a:lnTo>
                <a:close/>
                <a:moveTo>
                  <a:pt x="48" y="578"/>
                </a:moveTo>
                <a:lnTo>
                  <a:pt x="0" y="578"/>
                </a:lnTo>
                <a:lnTo>
                  <a:pt x="0" y="531"/>
                </a:lnTo>
                <a:lnTo>
                  <a:pt x="48" y="531"/>
                </a:lnTo>
                <a:lnTo>
                  <a:pt x="48" y="578"/>
                </a:lnTo>
                <a:close/>
                <a:moveTo>
                  <a:pt x="3306" y="502"/>
                </a:moveTo>
                <a:lnTo>
                  <a:pt x="3257" y="502"/>
                </a:lnTo>
                <a:lnTo>
                  <a:pt x="3257" y="455"/>
                </a:lnTo>
                <a:lnTo>
                  <a:pt x="3306" y="455"/>
                </a:lnTo>
                <a:lnTo>
                  <a:pt x="3306" y="502"/>
                </a:lnTo>
                <a:close/>
                <a:moveTo>
                  <a:pt x="3230" y="502"/>
                </a:moveTo>
                <a:lnTo>
                  <a:pt x="3181" y="502"/>
                </a:lnTo>
                <a:lnTo>
                  <a:pt x="3181" y="455"/>
                </a:lnTo>
                <a:lnTo>
                  <a:pt x="3230" y="455"/>
                </a:lnTo>
                <a:lnTo>
                  <a:pt x="3230" y="502"/>
                </a:lnTo>
                <a:close/>
                <a:moveTo>
                  <a:pt x="3155" y="502"/>
                </a:moveTo>
                <a:lnTo>
                  <a:pt x="3105" y="502"/>
                </a:lnTo>
                <a:lnTo>
                  <a:pt x="3105" y="455"/>
                </a:lnTo>
                <a:lnTo>
                  <a:pt x="3155" y="455"/>
                </a:lnTo>
                <a:lnTo>
                  <a:pt x="3155" y="502"/>
                </a:lnTo>
                <a:close/>
                <a:moveTo>
                  <a:pt x="3079" y="502"/>
                </a:moveTo>
                <a:lnTo>
                  <a:pt x="3029" y="502"/>
                </a:lnTo>
                <a:lnTo>
                  <a:pt x="3029" y="455"/>
                </a:lnTo>
                <a:lnTo>
                  <a:pt x="3079" y="455"/>
                </a:lnTo>
                <a:lnTo>
                  <a:pt x="3079" y="502"/>
                </a:lnTo>
                <a:close/>
                <a:moveTo>
                  <a:pt x="3003" y="502"/>
                </a:moveTo>
                <a:lnTo>
                  <a:pt x="2954" y="502"/>
                </a:lnTo>
                <a:lnTo>
                  <a:pt x="2954" y="455"/>
                </a:lnTo>
                <a:lnTo>
                  <a:pt x="3003" y="455"/>
                </a:lnTo>
                <a:lnTo>
                  <a:pt x="3003" y="502"/>
                </a:lnTo>
                <a:close/>
                <a:moveTo>
                  <a:pt x="2928" y="502"/>
                </a:moveTo>
                <a:lnTo>
                  <a:pt x="2878" y="502"/>
                </a:lnTo>
                <a:lnTo>
                  <a:pt x="2878" y="455"/>
                </a:lnTo>
                <a:lnTo>
                  <a:pt x="2928" y="455"/>
                </a:lnTo>
                <a:lnTo>
                  <a:pt x="2928" y="502"/>
                </a:lnTo>
                <a:close/>
                <a:moveTo>
                  <a:pt x="2852" y="502"/>
                </a:moveTo>
                <a:lnTo>
                  <a:pt x="2802" y="502"/>
                </a:lnTo>
                <a:lnTo>
                  <a:pt x="2802" y="455"/>
                </a:lnTo>
                <a:lnTo>
                  <a:pt x="2852" y="455"/>
                </a:lnTo>
                <a:lnTo>
                  <a:pt x="2852" y="502"/>
                </a:lnTo>
                <a:close/>
                <a:moveTo>
                  <a:pt x="2776" y="502"/>
                </a:moveTo>
                <a:lnTo>
                  <a:pt x="2726" y="502"/>
                </a:lnTo>
                <a:lnTo>
                  <a:pt x="2726" y="455"/>
                </a:lnTo>
                <a:lnTo>
                  <a:pt x="2776" y="455"/>
                </a:lnTo>
                <a:lnTo>
                  <a:pt x="2776" y="502"/>
                </a:lnTo>
                <a:close/>
                <a:moveTo>
                  <a:pt x="2700" y="502"/>
                </a:moveTo>
                <a:lnTo>
                  <a:pt x="2651" y="502"/>
                </a:lnTo>
                <a:lnTo>
                  <a:pt x="2651" y="455"/>
                </a:lnTo>
                <a:lnTo>
                  <a:pt x="2700" y="455"/>
                </a:lnTo>
                <a:lnTo>
                  <a:pt x="2700" y="502"/>
                </a:lnTo>
                <a:close/>
                <a:moveTo>
                  <a:pt x="2622" y="502"/>
                </a:moveTo>
                <a:lnTo>
                  <a:pt x="2575" y="502"/>
                </a:lnTo>
                <a:lnTo>
                  <a:pt x="2575" y="455"/>
                </a:lnTo>
                <a:lnTo>
                  <a:pt x="2622" y="455"/>
                </a:lnTo>
                <a:lnTo>
                  <a:pt x="2622" y="502"/>
                </a:lnTo>
                <a:close/>
                <a:moveTo>
                  <a:pt x="2547" y="502"/>
                </a:moveTo>
                <a:lnTo>
                  <a:pt x="2499" y="502"/>
                </a:lnTo>
                <a:lnTo>
                  <a:pt x="2499" y="455"/>
                </a:lnTo>
                <a:lnTo>
                  <a:pt x="2547" y="455"/>
                </a:lnTo>
                <a:lnTo>
                  <a:pt x="2547" y="502"/>
                </a:lnTo>
                <a:close/>
                <a:moveTo>
                  <a:pt x="2471" y="502"/>
                </a:moveTo>
                <a:lnTo>
                  <a:pt x="2424" y="502"/>
                </a:lnTo>
                <a:lnTo>
                  <a:pt x="2424" y="455"/>
                </a:lnTo>
                <a:lnTo>
                  <a:pt x="2471" y="455"/>
                </a:lnTo>
                <a:lnTo>
                  <a:pt x="2471" y="502"/>
                </a:lnTo>
                <a:close/>
                <a:moveTo>
                  <a:pt x="2395" y="502"/>
                </a:moveTo>
                <a:lnTo>
                  <a:pt x="2348" y="502"/>
                </a:lnTo>
                <a:lnTo>
                  <a:pt x="2348" y="455"/>
                </a:lnTo>
                <a:lnTo>
                  <a:pt x="2395" y="455"/>
                </a:lnTo>
                <a:lnTo>
                  <a:pt x="2395" y="502"/>
                </a:lnTo>
                <a:close/>
                <a:moveTo>
                  <a:pt x="2319" y="502"/>
                </a:moveTo>
                <a:lnTo>
                  <a:pt x="2272" y="502"/>
                </a:lnTo>
                <a:lnTo>
                  <a:pt x="2272" y="455"/>
                </a:lnTo>
                <a:lnTo>
                  <a:pt x="2319" y="455"/>
                </a:lnTo>
                <a:lnTo>
                  <a:pt x="2319" y="502"/>
                </a:lnTo>
                <a:close/>
                <a:moveTo>
                  <a:pt x="2244" y="502"/>
                </a:moveTo>
                <a:lnTo>
                  <a:pt x="2196" y="502"/>
                </a:lnTo>
                <a:lnTo>
                  <a:pt x="2196" y="455"/>
                </a:lnTo>
                <a:lnTo>
                  <a:pt x="2244" y="455"/>
                </a:lnTo>
                <a:lnTo>
                  <a:pt x="2244" y="502"/>
                </a:lnTo>
                <a:close/>
                <a:moveTo>
                  <a:pt x="2168" y="502"/>
                </a:moveTo>
                <a:lnTo>
                  <a:pt x="2121" y="502"/>
                </a:lnTo>
                <a:lnTo>
                  <a:pt x="2121" y="455"/>
                </a:lnTo>
                <a:lnTo>
                  <a:pt x="2168" y="455"/>
                </a:lnTo>
                <a:lnTo>
                  <a:pt x="2168" y="502"/>
                </a:lnTo>
                <a:close/>
                <a:moveTo>
                  <a:pt x="2092" y="502"/>
                </a:moveTo>
                <a:lnTo>
                  <a:pt x="2045" y="502"/>
                </a:lnTo>
                <a:lnTo>
                  <a:pt x="2045" y="455"/>
                </a:lnTo>
                <a:lnTo>
                  <a:pt x="2092" y="455"/>
                </a:lnTo>
                <a:lnTo>
                  <a:pt x="2092" y="502"/>
                </a:lnTo>
                <a:close/>
                <a:moveTo>
                  <a:pt x="2016" y="502"/>
                </a:moveTo>
                <a:lnTo>
                  <a:pt x="1969" y="502"/>
                </a:lnTo>
                <a:lnTo>
                  <a:pt x="1969" y="455"/>
                </a:lnTo>
                <a:lnTo>
                  <a:pt x="2016" y="455"/>
                </a:lnTo>
                <a:lnTo>
                  <a:pt x="2016" y="502"/>
                </a:lnTo>
                <a:close/>
                <a:moveTo>
                  <a:pt x="1941" y="502"/>
                </a:moveTo>
                <a:lnTo>
                  <a:pt x="1893" y="502"/>
                </a:lnTo>
                <a:lnTo>
                  <a:pt x="1893" y="455"/>
                </a:lnTo>
                <a:lnTo>
                  <a:pt x="1941" y="455"/>
                </a:lnTo>
                <a:lnTo>
                  <a:pt x="1941" y="502"/>
                </a:lnTo>
                <a:close/>
                <a:moveTo>
                  <a:pt x="1789" y="502"/>
                </a:moveTo>
                <a:lnTo>
                  <a:pt x="1742" y="502"/>
                </a:lnTo>
                <a:lnTo>
                  <a:pt x="1742" y="455"/>
                </a:lnTo>
                <a:lnTo>
                  <a:pt x="1789" y="455"/>
                </a:lnTo>
                <a:lnTo>
                  <a:pt x="1789" y="502"/>
                </a:lnTo>
                <a:close/>
                <a:moveTo>
                  <a:pt x="1714" y="502"/>
                </a:moveTo>
                <a:lnTo>
                  <a:pt x="1666" y="502"/>
                </a:lnTo>
                <a:lnTo>
                  <a:pt x="1666" y="455"/>
                </a:lnTo>
                <a:lnTo>
                  <a:pt x="1714" y="455"/>
                </a:lnTo>
                <a:lnTo>
                  <a:pt x="1714" y="502"/>
                </a:lnTo>
                <a:close/>
                <a:moveTo>
                  <a:pt x="1562" y="502"/>
                </a:moveTo>
                <a:lnTo>
                  <a:pt x="1515" y="502"/>
                </a:lnTo>
                <a:lnTo>
                  <a:pt x="1515" y="455"/>
                </a:lnTo>
                <a:lnTo>
                  <a:pt x="1562" y="455"/>
                </a:lnTo>
                <a:lnTo>
                  <a:pt x="1562" y="502"/>
                </a:lnTo>
                <a:close/>
                <a:moveTo>
                  <a:pt x="1184" y="502"/>
                </a:moveTo>
                <a:lnTo>
                  <a:pt x="1136" y="502"/>
                </a:lnTo>
                <a:lnTo>
                  <a:pt x="1136" y="455"/>
                </a:lnTo>
                <a:lnTo>
                  <a:pt x="1184" y="455"/>
                </a:lnTo>
                <a:lnTo>
                  <a:pt x="1184" y="502"/>
                </a:lnTo>
                <a:close/>
                <a:moveTo>
                  <a:pt x="956" y="502"/>
                </a:moveTo>
                <a:lnTo>
                  <a:pt x="909" y="502"/>
                </a:lnTo>
                <a:lnTo>
                  <a:pt x="909" y="455"/>
                </a:lnTo>
                <a:lnTo>
                  <a:pt x="956" y="455"/>
                </a:lnTo>
                <a:lnTo>
                  <a:pt x="956" y="502"/>
                </a:lnTo>
                <a:close/>
                <a:moveTo>
                  <a:pt x="881" y="502"/>
                </a:moveTo>
                <a:lnTo>
                  <a:pt x="833" y="502"/>
                </a:lnTo>
                <a:lnTo>
                  <a:pt x="833" y="455"/>
                </a:lnTo>
                <a:lnTo>
                  <a:pt x="881" y="455"/>
                </a:lnTo>
                <a:lnTo>
                  <a:pt x="881" y="502"/>
                </a:lnTo>
                <a:close/>
                <a:moveTo>
                  <a:pt x="729" y="502"/>
                </a:moveTo>
                <a:lnTo>
                  <a:pt x="682" y="502"/>
                </a:lnTo>
                <a:lnTo>
                  <a:pt x="682" y="455"/>
                </a:lnTo>
                <a:lnTo>
                  <a:pt x="729" y="455"/>
                </a:lnTo>
                <a:lnTo>
                  <a:pt x="729" y="502"/>
                </a:lnTo>
                <a:close/>
                <a:moveTo>
                  <a:pt x="653" y="502"/>
                </a:moveTo>
                <a:lnTo>
                  <a:pt x="606" y="502"/>
                </a:lnTo>
                <a:lnTo>
                  <a:pt x="606" y="455"/>
                </a:lnTo>
                <a:lnTo>
                  <a:pt x="653" y="455"/>
                </a:lnTo>
                <a:lnTo>
                  <a:pt x="653" y="502"/>
                </a:lnTo>
                <a:close/>
                <a:moveTo>
                  <a:pt x="578" y="502"/>
                </a:moveTo>
                <a:lnTo>
                  <a:pt x="530" y="502"/>
                </a:lnTo>
                <a:lnTo>
                  <a:pt x="530" y="455"/>
                </a:lnTo>
                <a:lnTo>
                  <a:pt x="578" y="455"/>
                </a:lnTo>
                <a:lnTo>
                  <a:pt x="578" y="502"/>
                </a:lnTo>
                <a:close/>
                <a:moveTo>
                  <a:pt x="502" y="502"/>
                </a:moveTo>
                <a:lnTo>
                  <a:pt x="455" y="502"/>
                </a:lnTo>
                <a:lnTo>
                  <a:pt x="455" y="455"/>
                </a:lnTo>
                <a:lnTo>
                  <a:pt x="502" y="455"/>
                </a:lnTo>
                <a:lnTo>
                  <a:pt x="502" y="502"/>
                </a:lnTo>
                <a:close/>
                <a:moveTo>
                  <a:pt x="426" y="502"/>
                </a:moveTo>
                <a:lnTo>
                  <a:pt x="379" y="502"/>
                </a:lnTo>
                <a:lnTo>
                  <a:pt x="379" y="455"/>
                </a:lnTo>
                <a:lnTo>
                  <a:pt x="426" y="455"/>
                </a:lnTo>
                <a:lnTo>
                  <a:pt x="426" y="502"/>
                </a:lnTo>
                <a:close/>
                <a:moveTo>
                  <a:pt x="351" y="502"/>
                </a:moveTo>
                <a:lnTo>
                  <a:pt x="303" y="502"/>
                </a:lnTo>
                <a:lnTo>
                  <a:pt x="303" y="455"/>
                </a:lnTo>
                <a:lnTo>
                  <a:pt x="351" y="455"/>
                </a:lnTo>
                <a:lnTo>
                  <a:pt x="351" y="502"/>
                </a:lnTo>
                <a:close/>
                <a:moveTo>
                  <a:pt x="275" y="502"/>
                </a:moveTo>
                <a:lnTo>
                  <a:pt x="227" y="502"/>
                </a:lnTo>
                <a:lnTo>
                  <a:pt x="227" y="455"/>
                </a:lnTo>
                <a:lnTo>
                  <a:pt x="275" y="455"/>
                </a:lnTo>
                <a:lnTo>
                  <a:pt x="275" y="502"/>
                </a:lnTo>
                <a:close/>
                <a:moveTo>
                  <a:pt x="123" y="502"/>
                </a:moveTo>
                <a:lnTo>
                  <a:pt x="76" y="502"/>
                </a:lnTo>
                <a:lnTo>
                  <a:pt x="76" y="455"/>
                </a:lnTo>
                <a:lnTo>
                  <a:pt x="123" y="455"/>
                </a:lnTo>
                <a:lnTo>
                  <a:pt x="123" y="502"/>
                </a:lnTo>
                <a:close/>
                <a:moveTo>
                  <a:pt x="3458" y="426"/>
                </a:moveTo>
                <a:lnTo>
                  <a:pt x="3408" y="426"/>
                </a:lnTo>
                <a:lnTo>
                  <a:pt x="3408" y="379"/>
                </a:lnTo>
                <a:lnTo>
                  <a:pt x="3458" y="379"/>
                </a:lnTo>
                <a:lnTo>
                  <a:pt x="3458" y="426"/>
                </a:lnTo>
                <a:close/>
                <a:moveTo>
                  <a:pt x="3382" y="426"/>
                </a:moveTo>
                <a:lnTo>
                  <a:pt x="3332" y="426"/>
                </a:lnTo>
                <a:lnTo>
                  <a:pt x="3332" y="379"/>
                </a:lnTo>
                <a:lnTo>
                  <a:pt x="3382" y="379"/>
                </a:lnTo>
                <a:lnTo>
                  <a:pt x="3382" y="426"/>
                </a:lnTo>
                <a:close/>
                <a:moveTo>
                  <a:pt x="3306" y="426"/>
                </a:moveTo>
                <a:lnTo>
                  <a:pt x="3257" y="426"/>
                </a:lnTo>
                <a:lnTo>
                  <a:pt x="3257" y="379"/>
                </a:lnTo>
                <a:lnTo>
                  <a:pt x="3306" y="379"/>
                </a:lnTo>
                <a:lnTo>
                  <a:pt x="3306" y="426"/>
                </a:lnTo>
                <a:close/>
                <a:moveTo>
                  <a:pt x="3230" y="426"/>
                </a:moveTo>
                <a:lnTo>
                  <a:pt x="3181" y="426"/>
                </a:lnTo>
                <a:lnTo>
                  <a:pt x="3181" y="379"/>
                </a:lnTo>
                <a:lnTo>
                  <a:pt x="3230" y="379"/>
                </a:lnTo>
                <a:lnTo>
                  <a:pt x="3230" y="426"/>
                </a:lnTo>
                <a:close/>
                <a:moveTo>
                  <a:pt x="3155" y="426"/>
                </a:moveTo>
                <a:lnTo>
                  <a:pt x="3105" y="426"/>
                </a:lnTo>
                <a:lnTo>
                  <a:pt x="3105" y="379"/>
                </a:lnTo>
                <a:lnTo>
                  <a:pt x="3155" y="379"/>
                </a:lnTo>
                <a:lnTo>
                  <a:pt x="3155" y="426"/>
                </a:lnTo>
                <a:close/>
                <a:moveTo>
                  <a:pt x="3079" y="426"/>
                </a:moveTo>
                <a:lnTo>
                  <a:pt x="3029" y="426"/>
                </a:lnTo>
                <a:lnTo>
                  <a:pt x="3029" y="379"/>
                </a:lnTo>
                <a:lnTo>
                  <a:pt x="3079" y="379"/>
                </a:lnTo>
                <a:lnTo>
                  <a:pt x="3079" y="426"/>
                </a:lnTo>
                <a:close/>
                <a:moveTo>
                  <a:pt x="3003" y="426"/>
                </a:moveTo>
                <a:lnTo>
                  <a:pt x="2954" y="426"/>
                </a:lnTo>
                <a:lnTo>
                  <a:pt x="2954" y="379"/>
                </a:lnTo>
                <a:lnTo>
                  <a:pt x="3003" y="379"/>
                </a:lnTo>
                <a:lnTo>
                  <a:pt x="3003" y="426"/>
                </a:lnTo>
                <a:close/>
                <a:moveTo>
                  <a:pt x="2928" y="426"/>
                </a:moveTo>
                <a:lnTo>
                  <a:pt x="2878" y="426"/>
                </a:lnTo>
                <a:lnTo>
                  <a:pt x="2878" y="379"/>
                </a:lnTo>
                <a:lnTo>
                  <a:pt x="2928" y="379"/>
                </a:lnTo>
                <a:lnTo>
                  <a:pt x="2928" y="426"/>
                </a:lnTo>
                <a:close/>
                <a:moveTo>
                  <a:pt x="2852" y="426"/>
                </a:moveTo>
                <a:lnTo>
                  <a:pt x="2802" y="426"/>
                </a:lnTo>
                <a:lnTo>
                  <a:pt x="2802" y="379"/>
                </a:lnTo>
                <a:lnTo>
                  <a:pt x="2852" y="379"/>
                </a:lnTo>
                <a:lnTo>
                  <a:pt x="2852" y="426"/>
                </a:lnTo>
                <a:close/>
                <a:moveTo>
                  <a:pt x="2776" y="426"/>
                </a:moveTo>
                <a:lnTo>
                  <a:pt x="2726" y="426"/>
                </a:lnTo>
                <a:lnTo>
                  <a:pt x="2726" y="379"/>
                </a:lnTo>
                <a:lnTo>
                  <a:pt x="2776" y="379"/>
                </a:lnTo>
                <a:lnTo>
                  <a:pt x="2776" y="426"/>
                </a:lnTo>
                <a:close/>
                <a:moveTo>
                  <a:pt x="2700" y="426"/>
                </a:moveTo>
                <a:lnTo>
                  <a:pt x="2651" y="426"/>
                </a:lnTo>
                <a:lnTo>
                  <a:pt x="2651" y="379"/>
                </a:lnTo>
                <a:lnTo>
                  <a:pt x="2700" y="379"/>
                </a:lnTo>
                <a:lnTo>
                  <a:pt x="2700" y="426"/>
                </a:lnTo>
                <a:close/>
                <a:moveTo>
                  <a:pt x="2622" y="426"/>
                </a:moveTo>
                <a:lnTo>
                  <a:pt x="2575" y="426"/>
                </a:lnTo>
                <a:lnTo>
                  <a:pt x="2575" y="379"/>
                </a:lnTo>
                <a:lnTo>
                  <a:pt x="2622" y="379"/>
                </a:lnTo>
                <a:lnTo>
                  <a:pt x="2622" y="426"/>
                </a:lnTo>
                <a:close/>
                <a:moveTo>
                  <a:pt x="2547" y="426"/>
                </a:moveTo>
                <a:lnTo>
                  <a:pt x="2499" y="426"/>
                </a:lnTo>
                <a:lnTo>
                  <a:pt x="2499" y="379"/>
                </a:lnTo>
                <a:lnTo>
                  <a:pt x="2547" y="379"/>
                </a:lnTo>
                <a:lnTo>
                  <a:pt x="2547" y="426"/>
                </a:lnTo>
                <a:close/>
                <a:moveTo>
                  <a:pt x="2471" y="426"/>
                </a:moveTo>
                <a:lnTo>
                  <a:pt x="2424" y="426"/>
                </a:lnTo>
                <a:lnTo>
                  <a:pt x="2424" y="379"/>
                </a:lnTo>
                <a:lnTo>
                  <a:pt x="2471" y="379"/>
                </a:lnTo>
                <a:lnTo>
                  <a:pt x="2471" y="426"/>
                </a:lnTo>
                <a:close/>
                <a:moveTo>
                  <a:pt x="2395" y="426"/>
                </a:moveTo>
                <a:lnTo>
                  <a:pt x="2348" y="426"/>
                </a:lnTo>
                <a:lnTo>
                  <a:pt x="2348" y="379"/>
                </a:lnTo>
                <a:lnTo>
                  <a:pt x="2395" y="379"/>
                </a:lnTo>
                <a:lnTo>
                  <a:pt x="2395" y="426"/>
                </a:lnTo>
                <a:close/>
                <a:moveTo>
                  <a:pt x="2319" y="426"/>
                </a:moveTo>
                <a:lnTo>
                  <a:pt x="2272" y="426"/>
                </a:lnTo>
                <a:lnTo>
                  <a:pt x="2272" y="379"/>
                </a:lnTo>
                <a:lnTo>
                  <a:pt x="2319" y="379"/>
                </a:lnTo>
                <a:lnTo>
                  <a:pt x="2319" y="426"/>
                </a:lnTo>
                <a:close/>
                <a:moveTo>
                  <a:pt x="2244" y="426"/>
                </a:moveTo>
                <a:lnTo>
                  <a:pt x="2196" y="426"/>
                </a:lnTo>
                <a:lnTo>
                  <a:pt x="2196" y="379"/>
                </a:lnTo>
                <a:lnTo>
                  <a:pt x="2244" y="379"/>
                </a:lnTo>
                <a:lnTo>
                  <a:pt x="2244" y="426"/>
                </a:lnTo>
                <a:close/>
                <a:moveTo>
                  <a:pt x="2168" y="426"/>
                </a:moveTo>
                <a:lnTo>
                  <a:pt x="2121" y="426"/>
                </a:lnTo>
                <a:lnTo>
                  <a:pt x="2121" y="379"/>
                </a:lnTo>
                <a:lnTo>
                  <a:pt x="2168" y="379"/>
                </a:lnTo>
                <a:lnTo>
                  <a:pt x="2168" y="426"/>
                </a:lnTo>
                <a:close/>
                <a:moveTo>
                  <a:pt x="2092" y="426"/>
                </a:moveTo>
                <a:lnTo>
                  <a:pt x="2045" y="426"/>
                </a:lnTo>
                <a:lnTo>
                  <a:pt x="2045" y="379"/>
                </a:lnTo>
                <a:lnTo>
                  <a:pt x="2092" y="379"/>
                </a:lnTo>
                <a:lnTo>
                  <a:pt x="2092" y="426"/>
                </a:lnTo>
                <a:close/>
                <a:moveTo>
                  <a:pt x="2016" y="426"/>
                </a:moveTo>
                <a:lnTo>
                  <a:pt x="1969" y="426"/>
                </a:lnTo>
                <a:lnTo>
                  <a:pt x="1969" y="379"/>
                </a:lnTo>
                <a:lnTo>
                  <a:pt x="2016" y="379"/>
                </a:lnTo>
                <a:lnTo>
                  <a:pt x="2016" y="426"/>
                </a:lnTo>
                <a:close/>
                <a:moveTo>
                  <a:pt x="1941" y="426"/>
                </a:moveTo>
                <a:lnTo>
                  <a:pt x="1893" y="426"/>
                </a:lnTo>
                <a:lnTo>
                  <a:pt x="1893" y="379"/>
                </a:lnTo>
                <a:lnTo>
                  <a:pt x="1941" y="379"/>
                </a:lnTo>
                <a:lnTo>
                  <a:pt x="1941" y="426"/>
                </a:lnTo>
                <a:close/>
                <a:moveTo>
                  <a:pt x="1865" y="426"/>
                </a:moveTo>
                <a:lnTo>
                  <a:pt x="1818" y="426"/>
                </a:lnTo>
                <a:lnTo>
                  <a:pt x="1818" y="379"/>
                </a:lnTo>
                <a:lnTo>
                  <a:pt x="1865" y="379"/>
                </a:lnTo>
                <a:lnTo>
                  <a:pt x="1865" y="426"/>
                </a:lnTo>
                <a:close/>
                <a:moveTo>
                  <a:pt x="1789" y="426"/>
                </a:moveTo>
                <a:lnTo>
                  <a:pt x="1742" y="426"/>
                </a:lnTo>
                <a:lnTo>
                  <a:pt x="1742" y="379"/>
                </a:lnTo>
                <a:lnTo>
                  <a:pt x="1789" y="379"/>
                </a:lnTo>
                <a:lnTo>
                  <a:pt x="1789" y="426"/>
                </a:lnTo>
                <a:close/>
                <a:moveTo>
                  <a:pt x="1486" y="426"/>
                </a:moveTo>
                <a:lnTo>
                  <a:pt x="1439" y="426"/>
                </a:lnTo>
                <a:lnTo>
                  <a:pt x="1439" y="379"/>
                </a:lnTo>
                <a:lnTo>
                  <a:pt x="1486" y="379"/>
                </a:lnTo>
                <a:lnTo>
                  <a:pt x="1486" y="426"/>
                </a:lnTo>
                <a:close/>
                <a:moveTo>
                  <a:pt x="1411" y="426"/>
                </a:moveTo>
                <a:lnTo>
                  <a:pt x="1363" y="426"/>
                </a:lnTo>
                <a:lnTo>
                  <a:pt x="1363" y="379"/>
                </a:lnTo>
                <a:lnTo>
                  <a:pt x="1411" y="379"/>
                </a:lnTo>
                <a:lnTo>
                  <a:pt x="1411" y="426"/>
                </a:lnTo>
                <a:close/>
                <a:moveTo>
                  <a:pt x="1259" y="426"/>
                </a:moveTo>
                <a:lnTo>
                  <a:pt x="1212" y="426"/>
                </a:lnTo>
                <a:lnTo>
                  <a:pt x="1212" y="379"/>
                </a:lnTo>
                <a:lnTo>
                  <a:pt x="1259" y="379"/>
                </a:lnTo>
                <a:lnTo>
                  <a:pt x="1259" y="426"/>
                </a:lnTo>
                <a:close/>
                <a:moveTo>
                  <a:pt x="1184" y="426"/>
                </a:moveTo>
                <a:lnTo>
                  <a:pt x="1136" y="426"/>
                </a:lnTo>
                <a:lnTo>
                  <a:pt x="1136" y="379"/>
                </a:lnTo>
                <a:lnTo>
                  <a:pt x="1184" y="379"/>
                </a:lnTo>
                <a:lnTo>
                  <a:pt x="1184" y="426"/>
                </a:lnTo>
                <a:close/>
                <a:moveTo>
                  <a:pt x="956" y="426"/>
                </a:moveTo>
                <a:lnTo>
                  <a:pt x="909" y="426"/>
                </a:lnTo>
                <a:lnTo>
                  <a:pt x="909" y="379"/>
                </a:lnTo>
                <a:lnTo>
                  <a:pt x="956" y="379"/>
                </a:lnTo>
                <a:lnTo>
                  <a:pt x="956" y="426"/>
                </a:lnTo>
                <a:close/>
                <a:moveTo>
                  <a:pt x="881" y="426"/>
                </a:moveTo>
                <a:lnTo>
                  <a:pt x="833" y="426"/>
                </a:lnTo>
                <a:lnTo>
                  <a:pt x="833" y="379"/>
                </a:lnTo>
                <a:lnTo>
                  <a:pt x="881" y="379"/>
                </a:lnTo>
                <a:lnTo>
                  <a:pt x="881" y="426"/>
                </a:lnTo>
                <a:close/>
                <a:moveTo>
                  <a:pt x="805" y="426"/>
                </a:moveTo>
                <a:lnTo>
                  <a:pt x="758" y="426"/>
                </a:lnTo>
                <a:lnTo>
                  <a:pt x="758" y="379"/>
                </a:lnTo>
                <a:lnTo>
                  <a:pt x="805" y="379"/>
                </a:lnTo>
                <a:lnTo>
                  <a:pt x="805" y="426"/>
                </a:lnTo>
                <a:close/>
                <a:moveTo>
                  <a:pt x="729" y="426"/>
                </a:moveTo>
                <a:lnTo>
                  <a:pt x="682" y="426"/>
                </a:lnTo>
                <a:lnTo>
                  <a:pt x="682" y="379"/>
                </a:lnTo>
                <a:lnTo>
                  <a:pt x="729" y="379"/>
                </a:lnTo>
                <a:lnTo>
                  <a:pt x="729" y="426"/>
                </a:lnTo>
                <a:close/>
                <a:moveTo>
                  <a:pt x="653" y="426"/>
                </a:moveTo>
                <a:lnTo>
                  <a:pt x="606" y="426"/>
                </a:lnTo>
                <a:lnTo>
                  <a:pt x="606" y="379"/>
                </a:lnTo>
                <a:lnTo>
                  <a:pt x="653" y="379"/>
                </a:lnTo>
                <a:lnTo>
                  <a:pt x="653" y="426"/>
                </a:lnTo>
                <a:close/>
                <a:moveTo>
                  <a:pt x="578" y="426"/>
                </a:moveTo>
                <a:lnTo>
                  <a:pt x="530" y="426"/>
                </a:lnTo>
                <a:lnTo>
                  <a:pt x="530" y="379"/>
                </a:lnTo>
                <a:lnTo>
                  <a:pt x="578" y="379"/>
                </a:lnTo>
                <a:lnTo>
                  <a:pt x="578" y="426"/>
                </a:lnTo>
                <a:close/>
                <a:moveTo>
                  <a:pt x="502" y="426"/>
                </a:moveTo>
                <a:lnTo>
                  <a:pt x="455" y="426"/>
                </a:lnTo>
                <a:lnTo>
                  <a:pt x="455" y="379"/>
                </a:lnTo>
                <a:lnTo>
                  <a:pt x="502" y="379"/>
                </a:lnTo>
                <a:lnTo>
                  <a:pt x="502" y="426"/>
                </a:lnTo>
                <a:close/>
                <a:moveTo>
                  <a:pt x="426" y="426"/>
                </a:moveTo>
                <a:lnTo>
                  <a:pt x="379" y="426"/>
                </a:lnTo>
                <a:lnTo>
                  <a:pt x="379" y="379"/>
                </a:lnTo>
                <a:lnTo>
                  <a:pt x="426" y="379"/>
                </a:lnTo>
                <a:lnTo>
                  <a:pt x="426" y="426"/>
                </a:lnTo>
                <a:close/>
                <a:moveTo>
                  <a:pt x="351" y="426"/>
                </a:moveTo>
                <a:lnTo>
                  <a:pt x="303" y="426"/>
                </a:lnTo>
                <a:lnTo>
                  <a:pt x="303" y="379"/>
                </a:lnTo>
                <a:lnTo>
                  <a:pt x="351" y="379"/>
                </a:lnTo>
                <a:lnTo>
                  <a:pt x="351" y="426"/>
                </a:lnTo>
                <a:close/>
                <a:moveTo>
                  <a:pt x="275" y="426"/>
                </a:moveTo>
                <a:lnTo>
                  <a:pt x="227" y="426"/>
                </a:lnTo>
                <a:lnTo>
                  <a:pt x="227" y="379"/>
                </a:lnTo>
                <a:lnTo>
                  <a:pt x="275" y="379"/>
                </a:lnTo>
                <a:lnTo>
                  <a:pt x="275" y="426"/>
                </a:lnTo>
                <a:close/>
                <a:moveTo>
                  <a:pt x="199" y="426"/>
                </a:moveTo>
                <a:lnTo>
                  <a:pt x="152" y="426"/>
                </a:lnTo>
                <a:lnTo>
                  <a:pt x="152" y="379"/>
                </a:lnTo>
                <a:lnTo>
                  <a:pt x="199" y="379"/>
                </a:lnTo>
                <a:lnTo>
                  <a:pt x="199" y="426"/>
                </a:lnTo>
                <a:close/>
                <a:moveTo>
                  <a:pt x="123" y="426"/>
                </a:moveTo>
                <a:lnTo>
                  <a:pt x="76" y="426"/>
                </a:lnTo>
                <a:lnTo>
                  <a:pt x="76" y="379"/>
                </a:lnTo>
                <a:lnTo>
                  <a:pt x="123" y="379"/>
                </a:lnTo>
                <a:lnTo>
                  <a:pt x="123" y="426"/>
                </a:lnTo>
                <a:close/>
                <a:moveTo>
                  <a:pt x="48" y="426"/>
                </a:moveTo>
                <a:lnTo>
                  <a:pt x="0" y="426"/>
                </a:lnTo>
                <a:lnTo>
                  <a:pt x="0" y="379"/>
                </a:lnTo>
                <a:lnTo>
                  <a:pt x="48" y="379"/>
                </a:lnTo>
                <a:lnTo>
                  <a:pt x="48" y="426"/>
                </a:lnTo>
                <a:close/>
                <a:moveTo>
                  <a:pt x="3382" y="351"/>
                </a:moveTo>
                <a:lnTo>
                  <a:pt x="3332" y="351"/>
                </a:lnTo>
                <a:lnTo>
                  <a:pt x="3332" y="303"/>
                </a:lnTo>
                <a:lnTo>
                  <a:pt x="3382" y="303"/>
                </a:lnTo>
                <a:lnTo>
                  <a:pt x="3382" y="351"/>
                </a:lnTo>
                <a:close/>
                <a:moveTo>
                  <a:pt x="3306" y="351"/>
                </a:moveTo>
                <a:lnTo>
                  <a:pt x="3257" y="351"/>
                </a:lnTo>
                <a:lnTo>
                  <a:pt x="3257" y="303"/>
                </a:lnTo>
                <a:lnTo>
                  <a:pt x="3306" y="303"/>
                </a:lnTo>
                <a:lnTo>
                  <a:pt x="3306" y="351"/>
                </a:lnTo>
                <a:close/>
                <a:moveTo>
                  <a:pt x="3230" y="351"/>
                </a:moveTo>
                <a:lnTo>
                  <a:pt x="3181" y="351"/>
                </a:lnTo>
                <a:lnTo>
                  <a:pt x="3181" y="303"/>
                </a:lnTo>
                <a:lnTo>
                  <a:pt x="3230" y="303"/>
                </a:lnTo>
                <a:lnTo>
                  <a:pt x="3230" y="351"/>
                </a:lnTo>
                <a:close/>
                <a:moveTo>
                  <a:pt x="3155" y="351"/>
                </a:moveTo>
                <a:lnTo>
                  <a:pt x="3105" y="351"/>
                </a:lnTo>
                <a:lnTo>
                  <a:pt x="3105" y="303"/>
                </a:lnTo>
                <a:lnTo>
                  <a:pt x="3155" y="303"/>
                </a:lnTo>
                <a:lnTo>
                  <a:pt x="3155" y="351"/>
                </a:lnTo>
                <a:close/>
                <a:moveTo>
                  <a:pt x="3079" y="351"/>
                </a:moveTo>
                <a:lnTo>
                  <a:pt x="3029" y="351"/>
                </a:lnTo>
                <a:lnTo>
                  <a:pt x="3029" y="303"/>
                </a:lnTo>
                <a:lnTo>
                  <a:pt x="3079" y="303"/>
                </a:lnTo>
                <a:lnTo>
                  <a:pt x="3079" y="351"/>
                </a:lnTo>
                <a:close/>
                <a:moveTo>
                  <a:pt x="3003" y="351"/>
                </a:moveTo>
                <a:lnTo>
                  <a:pt x="2954" y="351"/>
                </a:lnTo>
                <a:lnTo>
                  <a:pt x="2954" y="303"/>
                </a:lnTo>
                <a:lnTo>
                  <a:pt x="3003" y="303"/>
                </a:lnTo>
                <a:lnTo>
                  <a:pt x="3003" y="351"/>
                </a:lnTo>
                <a:close/>
                <a:moveTo>
                  <a:pt x="2928" y="351"/>
                </a:moveTo>
                <a:lnTo>
                  <a:pt x="2878" y="351"/>
                </a:lnTo>
                <a:lnTo>
                  <a:pt x="2878" y="303"/>
                </a:lnTo>
                <a:lnTo>
                  <a:pt x="2928" y="303"/>
                </a:lnTo>
                <a:lnTo>
                  <a:pt x="2928" y="351"/>
                </a:lnTo>
                <a:close/>
                <a:moveTo>
                  <a:pt x="2852" y="351"/>
                </a:moveTo>
                <a:lnTo>
                  <a:pt x="2802" y="351"/>
                </a:lnTo>
                <a:lnTo>
                  <a:pt x="2802" y="303"/>
                </a:lnTo>
                <a:lnTo>
                  <a:pt x="2852" y="303"/>
                </a:lnTo>
                <a:lnTo>
                  <a:pt x="2852" y="351"/>
                </a:lnTo>
                <a:close/>
                <a:moveTo>
                  <a:pt x="2776" y="351"/>
                </a:moveTo>
                <a:lnTo>
                  <a:pt x="2726" y="351"/>
                </a:lnTo>
                <a:lnTo>
                  <a:pt x="2726" y="303"/>
                </a:lnTo>
                <a:lnTo>
                  <a:pt x="2776" y="303"/>
                </a:lnTo>
                <a:lnTo>
                  <a:pt x="2776" y="351"/>
                </a:lnTo>
                <a:close/>
                <a:moveTo>
                  <a:pt x="2700" y="351"/>
                </a:moveTo>
                <a:lnTo>
                  <a:pt x="2651" y="351"/>
                </a:lnTo>
                <a:lnTo>
                  <a:pt x="2651" y="303"/>
                </a:lnTo>
                <a:lnTo>
                  <a:pt x="2700" y="303"/>
                </a:lnTo>
                <a:lnTo>
                  <a:pt x="2700" y="351"/>
                </a:lnTo>
                <a:close/>
                <a:moveTo>
                  <a:pt x="2622" y="351"/>
                </a:moveTo>
                <a:lnTo>
                  <a:pt x="2575" y="351"/>
                </a:lnTo>
                <a:lnTo>
                  <a:pt x="2575" y="303"/>
                </a:lnTo>
                <a:lnTo>
                  <a:pt x="2622" y="303"/>
                </a:lnTo>
                <a:lnTo>
                  <a:pt x="2622" y="351"/>
                </a:lnTo>
                <a:close/>
                <a:moveTo>
                  <a:pt x="2547" y="351"/>
                </a:moveTo>
                <a:lnTo>
                  <a:pt x="2499" y="351"/>
                </a:lnTo>
                <a:lnTo>
                  <a:pt x="2499" y="303"/>
                </a:lnTo>
                <a:lnTo>
                  <a:pt x="2547" y="303"/>
                </a:lnTo>
                <a:lnTo>
                  <a:pt x="2547" y="351"/>
                </a:lnTo>
                <a:close/>
                <a:moveTo>
                  <a:pt x="2471" y="351"/>
                </a:moveTo>
                <a:lnTo>
                  <a:pt x="2424" y="351"/>
                </a:lnTo>
                <a:lnTo>
                  <a:pt x="2424" y="303"/>
                </a:lnTo>
                <a:lnTo>
                  <a:pt x="2471" y="303"/>
                </a:lnTo>
                <a:lnTo>
                  <a:pt x="2471" y="351"/>
                </a:lnTo>
                <a:close/>
                <a:moveTo>
                  <a:pt x="2395" y="351"/>
                </a:moveTo>
                <a:lnTo>
                  <a:pt x="2348" y="351"/>
                </a:lnTo>
                <a:lnTo>
                  <a:pt x="2348" y="303"/>
                </a:lnTo>
                <a:lnTo>
                  <a:pt x="2395" y="303"/>
                </a:lnTo>
                <a:lnTo>
                  <a:pt x="2395" y="351"/>
                </a:lnTo>
                <a:close/>
                <a:moveTo>
                  <a:pt x="2319" y="351"/>
                </a:moveTo>
                <a:lnTo>
                  <a:pt x="2272" y="351"/>
                </a:lnTo>
                <a:lnTo>
                  <a:pt x="2272" y="303"/>
                </a:lnTo>
                <a:lnTo>
                  <a:pt x="2319" y="303"/>
                </a:lnTo>
                <a:lnTo>
                  <a:pt x="2319" y="351"/>
                </a:lnTo>
                <a:close/>
                <a:moveTo>
                  <a:pt x="2244" y="351"/>
                </a:moveTo>
                <a:lnTo>
                  <a:pt x="2196" y="351"/>
                </a:lnTo>
                <a:lnTo>
                  <a:pt x="2196" y="303"/>
                </a:lnTo>
                <a:lnTo>
                  <a:pt x="2244" y="303"/>
                </a:lnTo>
                <a:lnTo>
                  <a:pt x="2244" y="351"/>
                </a:lnTo>
                <a:close/>
                <a:moveTo>
                  <a:pt x="2168" y="351"/>
                </a:moveTo>
                <a:lnTo>
                  <a:pt x="2121" y="351"/>
                </a:lnTo>
                <a:lnTo>
                  <a:pt x="2121" y="303"/>
                </a:lnTo>
                <a:lnTo>
                  <a:pt x="2168" y="303"/>
                </a:lnTo>
                <a:lnTo>
                  <a:pt x="2168" y="351"/>
                </a:lnTo>
                <a:close/>
                <a:moveTo>
                  <a:pt x="2016" y="351"/>
                </a:moveTo>
                <a:lnTo>
                  <a:pt x="1969" y="351"/>
                </a:lnTo>
                <a:lnTo>
                  <a:pt x="1969" y="303"/>
                </a:lnTo>
                <a:lnTo>
                  <a:pt x="2016" y="303"/>
                </a:lnTo>
                <a:lnTo>
                  <a:pt x="2016" y="351"/>
                </a:lnTo>
                <a:close/>
                <a:moveTo>
                  <a:pt x="1941" y="351"/>
                </a:moveTo>
                <a:lnTo>
                  <a:pt x="1893" y="351"/>
                </a:lnTo>
                <a:lnTo>
                  <a:pt x="1893" y="303"/>
                </a:lnTo>
                <a:lnTo>
                  <a:pt x="1941" y="303"/>
                </a:lnTo>
                <a:lnTo>
                  <a:pt x="1941" y="351"/>
                </a:lnTo>
                <a:close/>
                <a:moveTo>
                  <a:pt x="1865" y="351"/>
                </a:moveTo>
                <a:lnTo>
                  <a:pt x="1818" y="351"/>
                </a:lnTo>
                <a:lnTo>
                  <a:pt x="1818" y="303"/>
                </a:lnTo>
                <a:lnTo>
                  <a:pt x="1865" y="303"/>
                </a:lnTo>
                <a:lnTo>
                  <a:pt x="1865" y="351"/>
                </a:lnTo>
                <a:close/>
                <a:moveTo>
                  <a:pt x="1335" y="351"/>
                </a:moveTo>
                <a:lnTo>
                  <a:pt x="1288" y="351"/>
                </a:lnTo>
                <a:lnTo>
                  <a:pt x="1288" y="303"/>
                </a:lnTo>
                <a:lnTo>
                  <a:pt x="1335" y="303"/>
                </a:lnTo>
                <a:lnTo>
                  <a:pt x="1335" y="351"/>
                </a:lnTo>
                <a:close/>
                <a:moveTo>
                  <a:pt x="1259" y="351"/>
                </a:moveTo>
                <a:lnTo>
                  <a:pt x="1212" y="351"/>
                </a:lnTo>
                <a:lnTo>
                  <a:pt x="1212" y="303"/>
                </a:lnTo>
                <a:lnTo>
                  <a:pt x="1259" y="303"/>
                </a:lnTo>
                <a:lnTo>
                  <a:pt x="1259" y="351"/>
                </a:lnTo>
                <a:close/>
                <a:moveTo>
                  <a:pt x="1184" y="351"/>
                </a:moveTo>
                <a:lnTo>
                  <a:pt x="1136" y="351"/>
                </a:lnTo>
                <a:lnTo>
                  <a:pt x="1136" y="303"/>
                </a:lnTo>
                <a:lnTo>
                  <a:pt x="1184" y="303"/>
                </a:lnTo>
                <a:lnTo>
                  <a:pt x="1184" y="351"/>
                </a:lnTo>
                <a:close/>
                <a:moveTo>
                  <a:pt x="1032" y="351"/>
                </a:moveTo>
                <a:lnTo>
                  <a:pt x="985" y="351"/>
                </a:lnTo>
                <a:lnTo>
                  <a:pt x="985" y="303"/>
                </a:lnTo>
                <a:lnTo>
                  <a:pt x="1032" y="303"/>
                </a:lnTo>
                <a:lnTo>
                  <a:pt x="1032" y="351"/>
                </a:lnTo>
                <a:close/>
                <a:moveTo>
                  <a:pt x="956" y="351"/>
                </a:moveTo>
                <a:lnTo>
                  <a:pt x="909" y="351"/>
                </a:lnTo>
                <a:lnTo>
                  <a:pt x="909" y="303"/>
                </a:lnTo>
                <a:lnTo>
                  <a:pt x="956" y="303"/>
                </a:lnTo>
                <a:lnTo>
                  <a:pt x="956" y="351"/>
                </a:lnTo>
                <a:close/>
                <a:moveTo>
                  <a:pt x="805" y="351"/>
                </a:moveTo>
                <a:lnTo>
                  <a:pt x="758" y="351"/>
                </a:lnTo>
                <a:lnTo>
                  <a:pt x="758" y="303"/>
                </a:lnTo>
                <a:lnTo>
                  <a:pt x="805" y="303"/>
                </a:lnTo>
                <a:lnTo>
                  <a:pt x="805" y="351"/>
                </a:lnTo>
                <a:close/>
                <a:moveTo>
                  <a:pt x="729" y="351"/>
                </a:moveTo>
                <a:lnTo>
                  <a:pt x="682" y="351"/>
                </a:lnTo>
                <a:lnTo>
                  <a:pt x="682" y="303"/>
                </a:lnTo>
                <a:lnTo>
                  <a:pt x="729" y="303"/>
                </a:lnTo>
                <a:lnTo>
                  <a:pt x="729" y="351"/>
                </a:lnTo>
                <a:close/>
                <a:moveTo>
                  <a:pt x="653" y="351"/>
                </a:moveTo>
                <a:lnTo>
                  <a:pt x="606" y="351"/>
                </a:lnTo>
                <a:lnTo>
                  <a:pt x="606" y="303"/>
                </a:lnTo>
                <a:lnTo>
                  <a:pt x="653" y="303"/>
                </a:lnTo>
                <a:lnTo>
                  <a:pt x="653" y="351"/>
                </a:lnTo>
                <a:close/>
                <a:moveTo>
                  <a:pt x="578" y="351"/>
                </a:moveTo>
                <a:lnTo>
                  <a:pt x="530" y="351"/>
                </a:lnTo>
                <a:lnTo>
                  <a:pt x="530" y="303"/>
                </a:lnTo>
                <a:lnTo>
                  <a:pt x="578" y="303"/>
                </a:lnTo>
                <a:lnTo>
                  <a:pt x="578" y="351"/>
                </a:lnTo>
                <a:close/>
                <a:moveTo>
                  <a:pt x="502" y="351"/>
                </a:moveTo>
                <a:lnTo>
                  <a:pt x="455" y="351"/>
                </a:lnTo>
                <a:lnTo>
                  <a:pt x="455" y="303"/>
                </a:lnTo>
                <a:lnTo>
                  <a:pt x="502" y="303"/>
                </a:lnTo>
                <a:lnTo>
                  <a:pt x="502" y="351"/>
                </a:lnTo>
                <a:close/>
                <a:moveTo>
                  <a:pt x="426" y="351"/>
                </a:moveTo>
                <a:lnTo>
                  <a:pt x="379" y="351"/>
                </a:lnTo>
                <a:lnTo>
                  <a:pt x="379" y="303"/>
                </a:lnTo>
                <a:lnTo>
                  <a:pt x="426" y="303"/>
                </a:lnTo>
                <a:lnTo>
                  <a:pt x="426" y="351"/>
                </a:lnTo>
                <a:close/>
                <a:moveTo>
                  <a:pt x="351" y="351"/>
                </a:moveTo>
                <a:lnTo>
                  <a:pt x="303" y="351"/>
                </a:lnTo>
                <a:lnTo>
                  <a:pt x="303" y="303"/>
                </a:lnTo>
                <a:lnTo>
                  <a:pt x="351" y="303"/>
                </a:lnTo>
                <a:lnTo>
                  <a:pt x="351" y="351"/>
                </a:lnTo>
                <a:close/>
                <a:moveTo>
                  <a:pt x="275" y="351"/>
                </a:moveTo>
                <a:lnTo>
                  <a:pt x="227" y="351"/>
                </a:lnTo>
                <a:lnTo>
                  <a:pt x="227" y="303"/>
                </a:lnTo>
                <a:lnTo>
                  <a:pt x="275" y="303"/>
                </a:lnTo>
                <a:lnTo>
                  <a:pt x="275" y="351"/>
                </a:lnTo>
                <a:close/>
                <a:moveTo>
                  <a:pt x="199" y="351"/>
                </a:moveTo>
                <a:lnTo>
                  <a:pt x="152" y="351"/>
                </a:lnTo>
                <a:lnTo>
                  <a:pt x="152" y="303"/>
                </a:lnTo>
                <a:lnTo>
                  <a:pt x="199" y="303"/>
                </a:lnTo>
                <a:lnTo>
                  <a:pt x="199" y="351"/>
                </a:lnTo>
                <a:close/>
                <a:moveTo>
                  <a:pt x="123" y="351"/>
                </a:moveTo>
                <a:lnTo>
                  <a:pt x="76" y="351"/>
                </a:lnTo>
                <a:lnTo>
                  <a:pt x="76" y="303"/>
                </a:lnTo>
                <a:lnTo>
                  <a:pt x="123" y="303"/>
                </a:lnTo>
                <a:lnTo>
                  <a:pt x="123" y="351"/>
                </a:lnTo>
                <a:close/>
                <a:moveTo>
                  <a:pt x="48" y="351"/>
                </a:moveTo>
                <a:lnTo>
                  <a:pt x="0" y="351"/>
                </a:lnTo>
                <a:lnTo>
                  <a:pt x="0" y="303"/>
                </a:lnTo>
                <a:lnTo>
                  <a:pt x="48" y="303"/>
                </a:lnTo>
                <a:lnTo>
                  <a:pt x="48" y="351"/>
                </a:lnTo>
                <a:close/>
                <a:moveTo>
                  <a:pt x="3079" y="275"/>
                </a:moveTo>
                <a:lnTo>
                  <a:pt x="3029" y="275"/>
                </a:lnTo>
                <a:lnTo>
                  <a:pt x="3029" y="228"/>
                </a:lnTo>
                <a:lnTo>
                  <a:pt x="3079" y="228"/>
                </a:lnTo>
                <a:lnTo>
                  <a:pt x="3079" y="275"/>
                </a:lnTo>
                <a:close/>
                <a:moveTo>
                  <a:pt x="3003" y="275"/>
                </a:moveTo>
                <a:lnTo>
                  <a:pt x="2954" y="275"/>
                </a:lnTo>
                <a:lnTo>
                  <a:pt x="2954" y="228"/>
                </a:lnTo>
                <a:lnTo>
                  <a:pt x="3003" y="228"/>
                </a:lnTo>
                <a:lnTo>
                  <a:pt x="3003" y="275"/>
                </a:lnTo>
                <a:close/>
                <a:moveTo>
                  <a:pt x="2852" y="275"/>
                </a:moveTo>
                <a:lnTo>
                  <a:pt x="2802" y="275"/>
                </a:lnTo>
                <a:lnTo>
                  <a:pt x="2802" y="228"/>
                </a:lnTo>
                <a:lnTo>
                  <a:pt x="2852" y="228"/>
                </a:lnTo>
                <a:lnTo>
                  <a:pt x="2852" y="275"/>
                </a:lnTo>
                <a:close/>
                <a:moveTo>
                  <a:pt x="2776" y="275"/>
                </a:moveTo>
                <a:lnTo>
                  <a:pt x="2726" y="275"/>
                </a:lnTo>
                <a:lnTo>
                  <a:pt x="2726" y="228"/>
                </a:lnTo>
                <a:lnTo>
                  <a:pt x="2776" y="228"/>
                </a:lnTo>
                <a:lnTo>
                  <a:pt x="2776" y="275"/>
                </a:lnTo>
                <a:close/>
                <a:moveTo>
                  <a:pt x="2700" y="275"/>
                </a:moveTo>
                <a:lnTo>
                  <a:pt x="2651" y="275"/>
                </a:lnTo>
                <a:lnTo>
                  <a:pt x="2651" y="228"/>
                </a:lnTo>
                <a:lnTo>
                  <a:pt x="2700" y="228"/>
                </a:lnTo>
                <a:lnTo>
                  <a:pt x="2700" y="275"/>
                </a:lnTo>
                <a:close/>
                <a:moveTo>
                  <a:pt x="2622" y="275"/>
                </a:moveTo>
                <a:lnTo>
                  <a:pt x="2575" y="275"/>
                </a:lnTo>
                <a:lnTo>
                  <a:pt x="2575" y="228"/>
                </a:lnTo>
                <a:lnTo>
                  <a:pt x="2622" y="228"/>
                </a:lnTo>
                <a:lnTo>
                  <a:pt x="2622" y="275"/>
                </a:lnTo>
                <a:close/>
                <a:moveTo>
                  <a:pt x="2547" y="275"/>
                </a:moveTo>
                <a:lnTo>
                  <a:pt x="2499" y="275"/>
                </a:lnTo>
                <a:lnTo>
                  <a:pt x="2499" y="228"/>
                </a:lnTo>
                <a:lnTo>
                  <a:pt x="2547" y="228"/>
                </a:lnTo>
                <a:lnTo>
                  <a:pt x="2547" y="275"/>
                </a:lnTo>
                <a:close/>
                <a:moveTo>
                  <a:pt x="2471" y="275"/>
                </a:moveTo>
                <a:lnTo>
                  <a:pt x="2424" y="275"/>
                </a:lnTo>
                <a:lnTo>
                  <a:pt x="2424" y="228"/>
                </a:lnTo>
                <a:lnTo>
                  <a:pt x="2471" y="228"/>
                </a:lnTo>
                <a:lnTo>
                  <a:pt x="2471" y="275"/>
                </a:lnTo>
                <a:close/>
                <a:moveTo>
                  <a:pt x="2395" y="275"/>
                </a:moveTo>
                <a:lnTo>
                  <a:pt x="2348" y="275"/>
                </a:lnTo>
                <a:lnTo>
                  <a:pt x="2348" y="228"/>
                </a:lnTo>
                <a:lnTo>
                  <a:pt x="2395" y="228"/>
                </a:lnTo>
                <a:lnTo>
                  <a:pt x="2395" y="275"/>
                </a:lnTo>
                <a:close/>
                <a:moveTo>
                  <a:pt x="2319" y="275"/>
                </a:moveTo>
                <a:lnTo>
                  <a:pt x="2272" y="275"/>
                </a:lnTo>
                <a:lnTo>
                  <a:pt x="2272" y="228"/>
                </a:lnTo>
                <a:lnTo>
                  <a:pt x="2319" y="228"/>
                </a:lnTo>
                <a:lnTo>
                  <a:pt x="2319" y="275"/>
                </a:lnTo>
                <a:close/>
                <a:moveTo>
                  <a:pt x="2168" y="275"/>
                </a:moveTo>
                <a:lnTo>
                  <a:pt x="2121" y="275"/>
                </a:lnTo>
                <a:lnTo>
                  <a:pt x="2121" y="228"/>
                </a:lnTo>
                <a:lnTo>
                  <a:pt x="2168" y="228"/>
                </a:lnTo>
                <a:lnTo>
                  <a:pt x="2168" y="275"/>
                </a:lnTo>
                <a:close/>
                <a:moveTo>
                  <a:pt x="1411" y="275"/>
                </a:moveTo>
                <a:lnTo>
                  <a:pt x="1363" y="275"/>
                </a:lnTo>
                <a:lnTo>
                  <a:pt x="1363" y="228"/>
                </a:lnTo>
                <a:lnTo>
                  <a:pt x="1411" y="228"/>
                </a:lnTo>
                <a:lnTo>
                  <a:pt x="1411" y="275"/>
                </a:lnTo>
                <a:close/>
                <a:moveTo>
                  <a:pt x="1335" y="275"/>
                </a:moveTo>
                <a:lnTo>
                  <a:pt x="1288" y="275"/>
                </a:lnTo>
                <a:lnTo>
                  <a:pt x="1288" y="228"/>
                </a:lnTo>
                <a:lnTo>
                  <a:pt x="1335" y="228"/>
                </a:lnTo>
                <a:lnTo>
                  <a:pt x="1335" y="275"/>
                </a:lnTo>
                <a:close/>
                <a:moveTo>
                  <a:pt x="1259" y="275"/>
                </a:moveTo>
                <a:lnTo>
                  <a:pt x="1212" y="275"/>
                </a:lnTo>
                <a:lnTo>
                  <a:pt x="1212" y="228"/>
                </a:lnTo>
                <a:lnTo>
                  <a:pt x="1259" y="228"/>
                </a:lnTo>
                <a:lnTo>
                  <a:pt x="1259" y="275"/>
                </a:lnTo>
                <a:close/>
                <a:moveTo>
                  <a:pt x="1184" y="275"/>
                </a:moveTo>
                <a:lnTo>
                  <a:pt x="1136" y="275"/>
                </a:lnTo>
                <a:lnTo>
                  <a:pt x="1136" y="228"/>
                </a:lnTo>
                <a:lnTo>
                  <a:pt x="1184" y="228"/>
                </a:lnTo>
                <a:lnTo>
                  <a:pt x="1184" y="275"/>
                </a:lnTo>
                <a:close/>
                <a:moveTo>
                  <a:pt x="1108" y="275"/>
                </a:moveTo>
                <a:lnTo>
                  <a:pt x="1060" y="275"/>
                </a:lnTo>
                <a:lnTo>
                  <a:pt x="1060" y="228"/>
                </a:lnTo>
                <a:lnTo>
                  <a:pt x="1108" y="228"/>
                </a:lnTo>
                <a:lnTo>
                  <a:pt x="1108" y="275"/>
                </a:lnTo>
                <a:close/>
                <a:moveTo>
                  <a:pt x="881" y="275"/>
                </a:moveTo>
                <a:lnTo>
                  <a:pt x="833" y="275"/>
                </a:lnTo>
                <a:lnTo>
                  <a:pt x="833" y="228"/>
                </a:lnTo>
                <a:lnTo>
                  <a:pt x="881" y="228"/>
                </a:lnTo>
                <a:lnTo>
                  <a:pt x="881" y="275"/>
                </a:lnTo>
                <a:close/>
                <a:moveTo>
                  <a:pt x="805" y="275"/>
                </a:moveTo>
                <a:lnTo>
                  <a:pt x="758" y="275"/>
                </a:lnTo>
                <a:lnTo>
                  <a:pt x="758" y="228"/>
                </a:lnTo>
                <a:lnTo>
                  <a:pt x="805" y="228"/>
                </a:lnTo>
                <a:lnTo>
                  <a:pt x="805" y="275"/>
                </a:lnTo>
                <a:close/>
                <a:moveTo>
                  <a:pt x="729" y="275"/>
                </a:moveTo>
                <a:lnTo>
                  <a:pt x="682" y="275"/>
                </a:lnTo>
                <a:lnTo>
                  <a:pt x="682" y="228"/>
                </a:lnTo>
                <a:lnTo>
                  <a:pt x="729" y="228"/>
                </a:lnTo>
                <a:lnTo>
                  <a:pt x="729" y="275"/>
                </a:lnTo>
                <a:close/>
                <a:moveTo>
                  <a:pt x="578" y="275"/>
                </a:moveTo>
                <a:lnTo>
                  <a:pt x="530" y="275"/>
                </a:lnTo>
                <a:lnTo>
                  <a:pt x="530" y="228"/>
                </a:lnTo>
                <a:lnTo>
                  <a:pt x="578" y="228"/>
                </a:lnTo>
                <a:lnTo>
                  <a:pt x="578" y="275"/>
                </a:lnTo>
                <a:close/>
                <a:moveTo>
                  <a:pt x="502" y="275"/>
                </a:moveTo>
                <a:lnTo>
                  <a:pt x="455" y="275"/>
                </a:lnTo>
                <a:lnTo>
                  <a:pt x="455" y="228"/>
                </a:lnTo>
                <a:lnTo>
                  <a:pt x="502" y="228"/>
                </a:lnTo>
                <a:lnTo>
                  <a:pt x="502" y="275"/>
                </a:lnTo>
                <a:close/>
                <a:moveTo>
                  <a:pt x="426" y="275"/>
                </a:moveTo>
                <a:lnTo>
                  <a:pt x="379" y="275"/>
                </a:lnTo>
                <a:lnTo>
                  <a:pt x="379" y="228"/>
                </a:lnTo>
                <a:lnTo>
                  <a:pt x="426" y="228"/>
                </a:lnTo>
                <a:lnTo>
                  <a:pt x="426" y="275"/>
                </a:lnTo>
                <a:close/>
                <a:moveTo>
                  <a:pt x="123" y="275"/>
                </a:moveTo>
                <a:lnTo>
                  <a:pt x="76" y="275"/>
                </a:lnTo>
                <a:lnTo>
                  <a:pt x="76" y="228"/>
                </a:lnTo>
                <a:lnTo>
                  <a:pt x="123" y="228"/>
                </a:lnTo>
                <a:lnTo>
                  <a:pt x="123" y="275"/>
                </a:lnTo>
                <a:close/>
                <a:moveTo>
                  <a:pt x="3003" y="199"/>
                </a:moveTo>
                <a:lnTo>
                  <a:pt x="2954" y="199"/>
                </a:lnTo>
                <a:lnTo>
                  <a:pt x="2954" y="152"/>
                </a:lnTo>
                <a:lnTo>
                  <a:pt x="3003" y="152"/>
                </a:lnTo>
                <a:lnTo>
                  <a:pt x="3003" y="199"/>
                </a:lnTo>
                <a:close/>
                <a:moveTo>
                  <a:pt x="2700" y="199"/>
                </a:moveTo>
                <a:lnTo>
                  <a:pt x="2651" y="199"/>
                </a:lnTo>
                <a:lnTo>
                  <a:pt x="2651" y="152"/>
                </a:lnTo>
                <a:lnTo>
                  <a:pt x="2700" y="152"/>
                </a:lnTo>
                <a:lnTo>
                  <a:pt x="2700" y="199"/>
                </a:lnTo>
                <a:close/>
                <a:moveTo>
                  <a:pt x="2622" y="199"/>
                </a:moveTo>
                <a:lnTo>
                  <a:pt x="2575" y="199"/>
                </a:lnTo>
                <a:lnTo>
                  <a:pt x="2575" y="152"/>
                </a:lnTo>
                <a:lnTo>
                  <a:pt x="2622" y="152"/>
                </a:lnTo>
                <a:lnTo>
                  <a:pt x="2622" y="199"/>
                </a:lnTo>
                <a:close/>
                <a:moveTo>
                  <a:pt x="2547" y="199"/>
                </a:moveTo>
                <a:lnTo>
                  <a:pt x="2499" y="199"/>
                </a:lnTo>
                <a:lnTo>
                  <a:pt x="2499" y="152"/>
                </a:lnTo>
                <a:lnTo>
                  <a:pt x="2547" y="152"/>
                </a:lnTo>
                <a:lnTo>
                  <a:pt x="2547" y="199"/>
                </a:lnTo>
                <a:close/>
                <a:moveTo>
                  <a:pt x="2244" y="199"/>
                </a:moveTo>
                <a:lnTo>
                  <a:pt x="2196" y="199"/>
                </a:lnTo>
                <a:lnTo>
                  <a:pt x="2196" y="152"/>
                </a:lnTo>
                <a:lnTo>
                  <a:pt x="2244" y="152"/>
                </a:lnTo>
                <a:lnTo>
                  <a:pt x="2244" y="199"/>
                </a:lnTo>
                <a:close/>
                <a:moveTo>
                  <a:pt x="1865" y="199"/>
                </a:moveTo>
                <a:lnTo>
                  <a:pt x="1818" y="199"/>
                </a:lnTo>
                <a:lnTo>
                  <a:pt x="1818" y="152"/>
                </a:lnTo>
                <a:lnTo>
                  <a:pt x="1865" y="152"/>
                </a:lnTo>
                <a:lnTo>
                  <a:pt x="1865" y="199"/>
                </a:lnTo>
                <a:close/>
                <a:moveTo>
                  <a:pt x="1411" y="199"/>
                </a:moveTo>
                <a:lnTo>
                  <a:pt x="1363" y="199"/>
                </a:lnTo>
                <a:lnTo>
                  <a:pt x="1363" y="152"/>
                </a:lnTo>
                <a:lnTo>
                  <a:pt x="1411" y="152"/>
                </a:lnTo>
                <a:lnTo>
                  <a:pt x="1411" y="199"/>
                </a:lnTo>
                <a:close/>
                <a:moveTo>
                  <a:pt x="1335" y="199"/>
                </a:moveTo>
                <a:lnTo>
                  <a:pt x="1288" y="199"/>
                </a:lnTo>
                <a:lnTo>
                  <a:pt x="1288" y="152"/>
                </a:lnTo>
                <a:lnTo>
                  <a:pt x="1335" y="152"/>
                </a:lnTo>
                <a:lnTo>
                  <a:pt x="1335" y="199"/>
                </a:lnTo>
                <a:close/>
                <a:moveTo>
                  <a:pt x="1259" y="199"/>
                </a:moveTo>
                <a:lnTo>
                  <a:pt x="1212" y="199"/>
                </a:lnTo>
                <a:lnTo>
                  <a:pt x="1212" y="152"/>
                </a:lnTo>
                <a:lnTo>
                  <a:pt x="1259" y="152"/>
                </a:lnTo>
                <a:lnTo>
                  <a:pt x="1259" y="199"/>
                </a:lnTo>
                <a:close/>
                <a:moveTo>
                  <a:pt x="1184" y="199"/>
                </a:moveTo>
                <a:lnTo>
                  <a:pt x="1136" y="199"/>
                </a:lnTo>
                <a:lnTo>
                  <a:pt x="1136" y="152"/>
                </a:lnTo>
                <a:lnTo>
                  <a:pt x="1184" y="152"/>
                </a:lnTo>
                <a:lnTo>
                  <a:pt x="1184" y="199"/>
                </a:lnTo>
                <a:close/>
                <a:moveTo>
                  <a:pt x="1108" y="199"/>
                </a:moveTo>
                <a:lnTo>
                  <a:pt x="1060" y="199"/>
                </a:lnTo>
                <a:lnTo>
                  <a:pt x="1060" y="152"/>
                </a:lnTo>
                <a:lnTo>
                  <a:pt x="1108" y="152"/>
                </a:lnTo>
                <a:lnTo>
                  <a:pt x="1108" y="199"/>
                </a:lnTo>
                <a:close/>
                <a:moveTo>
                  <a:pt x="1032" y="199"/>
                </a:moveTo>
                <a:lnTo>
                  <a:pt x="985" y="199"/>
                </a:lnTo>
                <a:lnTo>
                  <a:pt x="985" y="152"/>
                </a:lnTo>
                <a:lnTo>
                  <a:pt x="1032" y="152"/>
                </a:lnTo>
                <a:lnTo>
                  <a:pt x="1032" y="199"/>
                </a:lnTo>
                <a:close/>
                <a:moveTo>
                  <a:pt x="805" y="199"/>
                </a:moveTo>
                <a:lnTo>
                  <a:pt x="758" y="199"/>
                </a:lnTo>
                <a:lnTo>
                  <a:pt x="758" y="152"/>
                </a:lnTo>
                <a:lnTo>
                  <a:pt x="805" y="152"/>
                </a:lnTo>
                <a:lnTo>
                  <a:pt x="805" y="199"/>
                </a:lnTo>
                <a:close/>
                <a:moveTo>
                  <a:pt x="729" y="199"/>
                </a:moveTo>
                <a:lnTo>
                  <a:pt x="682" y="199"/>
                </a:lnTo>
                <a:lnTo>
                  <a:pt x="682" y="152"/>
                </a:lnTo>
                <a:lnTo>
                  <a:pt x="729" y="152"/>
                </a:lnTo>
                <a:lnTo>
                  <a:pt x="729" y="199"/>
                </a:lnTo>
                <a:close/>
                <a:moveTo>
                  <a:pt x="653" y="199"/>
                </a:moveTo>
                <a:lnTo>
                  <a:pt x="606" y="199"/>
                </a:lnTo>
                <a:lnTo>
                  <a:pt x="606" y="152"/>
                </a:lnTo>
                <a:lnTo>
                  <a:pt x="653" y="152"/>
                </a:lnTo>
                <a:lnTo>
                  <a:pt x="653" y="199"/>
                </a:lnTo>
                <a:close/>
                <a:moveTo>
                  <a:pt x="578" y="199"/>
                </a:moveTo>
                <a:lnTo>
                  <a:pt x="530" y="199"/>
                </a:lnTo>
                <a:lnTo>
                  <a:pt x="530" y="152"/>
                </a:lnTo>
                <a:lnTo>
                  <a:pt x="578" y="152"/>
                </a:lnTo>
                <a:lnTo>
                  <a:pt x="578" y="199"/>
                </a:lnTo>
                <a:close/>
                <a:moveTo>
                  <a:pt x="502" y="199"/>
                </a:moveTo>
                <a:lnTo>
                  <a:pt x="455" y="199"/>
                </a:lnTo>
                <a:lnTo>
                  <a:pt x="455" y="152"/>
                </a:lnTo>
                <a:lnTo>
                  <a:pt x="502" y="152"/>
                </a:lnTo>
                <a:lnTo>
                  <a:pt x="502" y="199"/>
                </a:lnTo>
                <a:close/>
                <a:moveTo>
                  <a:pt x="2622" y="123"/>
                </a:moveTo>
                <a:lnTo>
                  <a:pt x="2575" y="123"/>
                </a:lnTo>
                <a:lnTo>
                  <a:pt x="2575" y="76"/>
                </a:lnTo>
                <a:lnTo>
                  <a:pt x="2622" y="76"/>
                </a:lnTo>
                <a:lnTo>
                  <a:pt x="2622" y="123"/>
                </a:lnTo>
                <a:close/>
                <a:moveTo>
                  <a:pt x="1865" y="123"/>
                </a:moveTo>
                <a:lnTo>
                  <a:pt x="1818" y="123"/>
                </a:lnTo>
                <a:lnTo>
                  <a:pt x="1818" y="76"/>
                </a:lnTo>
                <a:lnTo>
                  <a:pt x="1865" y="76"/>
                </a:lnTo>
                <a:lnTo>
                  <a:pt x="1865" y="123"/>
                </a:lnTo>
                <a:close/>
                <a:moveTo>
                  <a:pt x="1789" y="123"/>
                </a:moveTo>
                <a:lnTo>
                  <a:pt x="1742" y="123"/>
                </a:lnTo>
                <a:lnTo>
                  <a:pt x="1742" y="76"/>
                </a:lnTo>
                <a:lnTo>
                  <a:pt x="1789" y="76"/>
                </a:lnTo>
                <a:lnTo>
                  <a:pt x="1789" y="123"/>
                </a:lnTo>
                <a:close/>
                <a:moveTo>
                  <a:pt x="1411" y="123"/>
                </a:moveTo>
                <a:lnTo>
                  <a:pt x="1363" y="123"/>
                </a:lnTo>
                <a:lnTo>
                  <a:pt x="1363" y="76"/>
                </a:lnTo>
                <a:lnTo>
                  <a:pt x="1411" y="76"/>
                </a:lnTo>
                <a:lnTo>
                  <a:pt x="1411" y="123"/>
                </a:lnTo>
                <a:close/>
                <a:moveTo>
                  <a:pt x="1335" y="123"/>
                </a:moveTo>
                <a:lnTo>
                  <a:pt x="1288" y="123"/>
                </a:lnTo>
                <a:lnTo>
                  <a:pt x="1288" y="76"/>
                </a:lnTo>
                <a:lnTo>
                  <a:pt x="1335" y="76"/>
                </a:lnTo>
                <a:lnTo>
                  <a:pt x="1335" y="123"/>
                </a:lnTo>
                <a:close/>
                <a:moveTo>
                  <a:pt x="1259" y="123"/>
                </a:moveTo>
                <a:lnTo>
                  <a:pt x="1212" y="123"/>
                </a:lnTo>
                <a:lnTo>
                  <a:pt x="1212" y="76"/>
                </a:lnTo>
                <a:lnTo>
                  <a:pt x="1259" y="76"/>
                </a:lnTo>
                <a:lnTo>
                  <a:pt x="1259" y="123"/>
                </a:lnTo>
                <a:close/>
                <a:moveTo>
                  <a:pt x="1184" y="123"/>
                </a:moveTo>
                <a:lnTo>
                  <a:pt x="1136" y="123"/>
                </a:lnTo>
                <a:lnTo>
                  <a:pt x="1136" y="76"/>
                </a:lnTo>
                <a:lnTo>
                  <a:pt x="1184" y="76"/>
                </a:lnTo>
                <a:lnTo>
                  <a:pt x="1184" y="123"/>
                </a:lnTo>
                <a:close/>
                <a:moveTo>
                  <a:pt x="1108" y="123"/>
                </a:moveTo>
                <a:lnTo>
                  <a:pt x="1060" y="123"/>
                </a:lnTo>
                <a:lnTo>
                  <a:pt x="1060" y="76"/>
                </a:lnTo>
                <a:lnTo>
                  <a:pt x="1108" y="76"/>
                </a:lnTo>
                <a:lnTo>
                  <a:pt x="1108" y="123"/>
                </a:lnTo>
                <a:close/>
                <a:moveTo>
                  <a:pt x="1032" y="123"/>
                </a:moveTo>
                <a:lnTo>
                  <a:pt x="985" y="123"/>
                </a:lnTo>
                <a:lnTo>
                  <a:pt x="985" y="76"/>
                </a:lnTo>
                <a:lnTo>
                  <a:pt x="1032" y="76"/>
                </a:lnTo>
                <a:lnTo>
                  <a:pt x="1032" y="123"/>
                </a:lnTo>
                <a:close/>
                <a:moveTo>
                  <a:pt x="881" y="123"/>
                </a:moveTo>
                <a:lnTo>
                  <a:pt x="833" y="123"/>
                </a:lnTo>
                <a:lnTo>
                  <a:pt x="833" y="76"/>
                </a:lnTo>
                <a:lnTo>
                  <a:pt x="881" y="76"/>
                </a:lnTo>
                <a:lnTo>
                  <a:pt x="881" y="123"/>
                </a:lnTo>
                <a:close/>
                <a:moveTo>
                  <a:pt x="805" y="123"/>
                </a:moveTo>
                <a:lnTo>
                  <a:pt x="758" y="123"/>
                </a:lnTo>
                <a:lnTo>
                  <a:pt x="758" y="76"/>
                </a:lnTo>
                <a:lnTo>
                  <a:pt x="805" y="76"/>
                </a:lnTo>
                <a:lnTo>
                  <a:pt x="805" y="123"/>
                </a:lnTo>
                <a:close/>
                <a:moveTo>
                  <a:pt x="729" y="123"/>
                </a:moveTo>
                <a:lnTo>
                  <a:pt x="682" y="123"/>
                </a:lnTo>
                <a:lnTo>
                  <a:pt x="682" y="76"/>
                </a:lnTo>
                <a:lnTo>
                  <a:pt x="729" y="76"/>
                </a:lnTo>
                <a:lnTo>
                  <a:pt x="729" y="123"/>
                </a:lnTo>
                <a:close/>
                <a:moveTo>
                  <a:pt x="578" y="123"/>
                </a:moveTo>
                <a:lnTo>
                  <a:pt x="530" y="123"/>
                </a:lnTo>
                <a:lnTo>
                  <a:pt x="530" y="76"/>
                </a:lnTo>
                <a:lnTo>
                  <a:pt x="578" y="76"/>
                </a:lnTo>
                <a:lnTo>
                  <a:pt x="578" y="123"/>
                </a:lnTo>
                <a:close/>
                <a:moveTo>
                  <a:pt x="2547" y="48"/>
                </a:moveTo>
                <a:lnTo>
                  <a:pt x="2499" y="48"/>
                </a:lnTo>
                <a:lnTo>
                  <a:pt x="2499" y="0"/>
                </a:lnTo>
                <a:lnTo>
                  <a:pt x="2547" y="0"/>
                </a:lnTo>
                <a:lnTo>
                  <a:pt x="2547" y="48"/>
                </a:lnTo>
                <a:close/>
                <a:moveTo>
                  <a:pt x="2244" y="48"/>
                </a:moveTo>
                <a:lnTo>
                  <a:pt x="2196" y="48"/>
                </a:lnTo>
                <a:lnTo>
                  <a:pt x="2196" y="0"/>
                </a:lnTo>
                <a:lnTo>
                  <a:pt x="2244" y="0"/>
                </a:lnTo>
                <a:lnTo>
                  <a:pt x="2244" y="48"/>
                </a:lnTo>
                <a:close/>
                <a:moveTo>
                  <a:pt x="2168" y="48"/>
                </a:moveTo>
                <a:lnTo>
                  <a:pt x="2121" y="48"/>
                </a:lnTo>
                <a:lnTo>
                  <a:pt x="2121" y="0"/>
                </a:lnTo>
                <a:lnTo>
                  <a:pt x="2168" y="0"/>
                </a:lnTo>
                <a:lnTo>
                  <a:pt x="2168" y="48"/>
                </a:lnTo>
                <a:close/>
                <a:moveTo>
                  <a:pt x="1335" y="48"/>
                </a:moveTo>
                <a:lnTo>
                  <a:pt x="1288" y="48"/>
                </a:lnTo>
                <a:lnTo>
                  <a:pt x="1288" y="0"/>
                </a:lnTo>
                <a:lnTo>
                  <a:pt x="1335" y="0"/>
                </a:lnTo>
                <a:lnTo>
                  <a:pt x="1335" y="48"/>
                </a:lnTo>
                <a:close/>
                <a:moveTo>
                  <a:pt x="1259" y="48"/>
                </a:moveTo>
                <a:lnTo>
                  <a:pt x="1212" y="48"/>
                </a:lnTo>
                <a:lnTo>
                  <a:pt x="1212" y="0"/>
                </a:lnTo>
                <a:lnTo>
                  <a:pt x="1259" y="0"/>
                </a:lnTo>
                <a:lnTo>
                  <a:pt x="1259" y="48"/>
                </a:lnTo>
                <a:close/>
                <a:moveTo>
                  <a:pt x="1184" y="48"/>
                </a:moveTo>
                <a:lnTo>
                  <a:pt x="1136" y="48"/>
                </a:lnTo>
                <a:lnTo>
                  <a:pt x="1136" y="0"/>
                </a:lnTo>
                <a:lnTo>
                  <a:pt x="1184" y="0"/>
                </a:lnTo>
                <a:lnTo>
                  <a:pt x="1184" y="48"/>
                </a:lnTo>
                <a:close/>
                <a:moveTo>
                  <a:pt x="1032" y="48"/>
                </a:moveTo>
                <a:lnTo>
                  <a:pt x="985" y="48"/>
                </a:lnTo>
                <a:lnTo>
                  <a:pt x="985" y="0"/>
                </a:lnTo>
                <a:lnTo>
                  <a:pt x="1032" y="0"/>
                </a:lnTo>
                <a:lnTo>
                  <a:pt x="1032" y="48"/>
                </a:lnTo>
                <a:close/>
                <a:moveTo>
                  <a:pt x="956" y="48"/>
                </a:moveTo>
                <a:lnTo>
                  <a:pt x="909" y="48"/>
                </a:lnTo>
                <a:lnTo>
                  <a:pt x="909" y="0"/>
                </a:lnTo>
                <a:lnTo>
                  <a:pt x="956" y="0"/>
                </a:lnTo>
                <a:lnTo>
                  <a:pt x="956" y="48"/>
                </a:lnTo>
                <a:close/>
                <a:moveTo>
                  <a:pt x="881" y="48"/>
                </a:moveTo>
                <a:lnTo>
                  <a:pt x="833" y="48"/>
                </a:lnTo>
                <a:lnTo>
                  <a:pt x="833" y="0"/>
                </a:lnTo>
                <a:lnTo>
                  <a:pt x="881" y="0"/>
                </a:lnTo>
                <a:lnTo>
                  <a:pt x="881" y="48"/>
                </a:lnTo>
                <a:close/>
                <a:moveTo>
                  <a:pt x="805" y="48"/>
                </a:moveTo>
                <a:lnTo>
                  <a:pt x="758" y="48"/>
                </a:lnTo>
                <a:lnTo>
                  <a:pt x="758" y="0"/>
                </a:lnTo>
                <a:lnTo>
                  <a:pt x="805" y="0"/>
                </a:lnTo>
                <a:lnTo>
                  <a:pt x="805" y="4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7222339" y="1203327"/>
            <a:ext cx="3940819" cy="459105"/>
            <a:chOff x="7797588" y="2195557"/>
            <a:chExt cx="3480011" cy="459105"/>
          </a:xfrm>
        </p:grpSpPr>
        <p:sp>
          <p:nvSpPr>
            <p:cNvPr id="18" name="矩形 17"/>
            <p:cNvSpPr/>
            <p:nvPr/>
          </p:nvSpPr>
          <p:spPr>
            <a:xfrm>
              <a:off x="7797588" y="2232930"/>
              <a:ext cx="3480011" cy="36000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797588" y="2195557"/>
              <a:ext cx="1237010" cy="459105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国内现状</a:t>
              </a:r>
              <a:endPara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7222490" y="1771650"/>
            <a:ext cx="4521835" cy="165798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鸿蒙作业批改</a:t>
            </a:r>
            <a:r>
              <a:rPr lang="en-US" altLang="zh-CN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系统：端侧轻量化推理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夸克</a:t>
            </a:r>
            <a:r>
              <a:rPr lang="en-US" altLang="zh-CN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APP</a:t>
            </a:r>
            <a:r>
              <a:rPr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作业批改模块：题库</a:t>
            </a:r>
            <a:r>
              <a:rPr lang="en-US" altLang="zh-CN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规则引擎批改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腾讯教育智服作业批改系统：轻量</a:t>
            </a:r>
            <a:r>
              <a:rPr lang="en-US" altLang="zh-CN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OCR+</a:t>
            </a:r>
            <a:r>
              <a:rPr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大数据分析</a:t>
            </a:r>
            <a:endParaRPr lang="zh-CN" altLang="en-US" sz="16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用户端侧轻量化、快速响应与生态融合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223125" y="4233545"/>
            <a:ext cx="4521835" cy="232981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lang="en-US" altLang="zh-CN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Manus AI</a:t>
            </a:r>
            <a:r>
              <a:rPr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多语言手写作业识别与批改系统：</a:t>
            </a:r>
            <a:r>
              <a:rPr lang="en-US" altLang="zh-CN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3D-CNN + LSTM </a:t>
            </a:r>
            <a:r>
              <a:rPr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实现动态笔迹识别</a:t>
            </a:r>
            <a:endParaRPr lang="zh-CN" altLang="en-US" sz="16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lang="en-US" altLang="zh-CN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Microsoft OneNote</a:t>
            </a:r>
            <a:r>
              <a:rPr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手写识别与辅助系统：</a:t>
            </a:r>
            <a:r>
              <a:rPr lang="en-US" altLang="zh-CN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识别</a:t>
            </a:r>
            <a:r>
              <a:rPr lang="en-US" altLang="zh-CN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+ </a:t>
            </a:r>
            <a:r>
              <a:rPr lang="zh-CN" altLang="en-US" sz="1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多模态内容融合</a:t>
            </a:r>
            <a:endParaRPr lang="zh-CN" altLang="en-US" sz="16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多语言支持、通用平台能力与前沿模型探索</a:t>
            </a:r>
            <a:endParaRPr lang="zh-CN" altLang="en-US" sz="16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endParaRPr lang="zh-CN" altLang="en-US" sz="16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"/>
              <a:defRPr/>
            </a:pPr>
            <a:endParaRPr lang="zh-CN" altLang="en-US" sz="16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222339" y="3740152"/>
            <a:ext cx="3940819" cy="459105"/>
            <a:chOff x="7797588" y="2195557"/>
            <a:chExt cx="3480011" cy="459105"/>
          </a:xfrm>
        </p:grpSpPr>
        <p:sp>
          <p:nvSpPr>
            <p:cNvPr id="5" name="矩形 4"/>
            <p:cNvSpPr/>
            <p:nvPr/>
          </p:nvSpPr>
          <p:spPr>
            <a:xfrm>
              <a:off x="7797588" y="2232930"/>
              <a:ext cx="3480011" cy="36000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797588" y="2195557"/>
              <a:ext cx="1237010" cy="459105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外现状</a:t>
              </a:r>
              <a:endPara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3" grpId="0"/>
      <p:bldP spid="16" grpId="0" bldLvl="0" animBg="1"/>
      <p:bldP spid="21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180721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567815" y="2381885"/>
            <a:ext cx="1193165" cy="71945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教师端</a:t>
            </a:r>
            <a:endParaRPr lang="zh-CN" altLang="en-US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9192895" y="1334770"/>
            <a:ext cx="720090" cy="719455"/>
            <a:chOff x="1355698" y="1973940"/>
            <a:chExt cx="1233715" cy="1233715"/>
          </a:xfrm>
        </p:grpSpPr>
        <p:sp>
          <p:nvSpPr>
            <p:cNvPr id="10" name="矩形 9"/>
            <p:cNvSpPr/>
            <p:nvPr/>
          </p:nvSpPr>
          <p:spPr>
            <a:xfrm>
              <a:off x="1355698" y="1973940"/>
              <a:ext cx="1233715" cy="1233715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1602173" y="2200868"/>
              <a:ext cx="700214" cy="758777"/>
            </a:xfrm>
            <a:custGeom>
              <a:avLst/>
              <a:gdLst>
                <a:gd name="T0" fmla="*/ 166 w 275"/>
                <a:gd name="T1" fmla="*/ 0 h 298"/>
                <a:gd name="T2" fmla="*/ 249 w 275"/>
                <a:gd name="T3" fmla="*/ 49 h 298"/>
                <a:gd name="T4" fmla="*/ 156 w 275"/>
                <a:gd name="T5" fmla="*/ 204 h 298"/>
                <a:gd name="T6" fmla="*/ 112 w 275"/>
                <a:gd name="T7" fmla="*/ 230 h 298"/>
                <a:gd name="T8" fmla="*/ 69 w 275"/>
                <a:gd name="T9" fmla="*/ 233 h 298"/>
                <a:gd name="T10" fmla="*/ 73 w 275"/>
                <a:gd name="T11" fmla="*/ 153 h 298"/>
                <a:gd name="T12" fmla="*/ 166 w 275"/>
                <a:gd name="T13" fmla="*/ 0 h 298"/>
                <a:gd name="T14" fmla="*/ 166 w 275"/>
                <a:gd name="T15" fmla="*/ 0 h 298"/>
                <a:gd name="T16" fmla="*/ 246 w 275"/>
                <a:gd name="T17" fmla="*/ 293 h 298"/>
                <a:gd name="T18" fmla="*/ 251 w 275"/>
                <a:gd name="T19" fmla="*/ 264 h 298"/>
                <a:gd name="T20" fmla="*/ 161 w 275"/>
                <a:gd name="T21" fmla="*/ 262 h 298"/>
                <a:gd name="T22" fmla="*/ 275 w 275"/>
                <a:gd name="T23" fmla="*/ 255 h 298"/>
                <a:gd name="T24" fmla="*/ 273 w 275"/>
                <a:gd name="T25" fmla="*/ 242 h 298"/>
                <a:gd name="T26" fmla="*/ 241 w 275"/>
                <a:gd name="T27" fmla="*/ 240 h 298"/>
                <a:gd name="T28" fmla="*/ 273 w 275"/>
                <a:gd name="T29" fmla="*/ 235 h 298"/>
                <a:gd name="T30" fmla="*/ 261 w 275"/>
                <a:gd name="T31" fmla="*/ 211 h 298"/>
                <a:gd name="T32" fmla="*/ 178 w 275"/>
                <a:gd name="T33" fmla="*/ 201 h 298"/>
                <a:gd name="T34" fmla="*/ 176 w 275"/>
                <a:gd name="T35" fmla="*/ 226 h 298"/>
                <a:gd name="T36" fmla="*/ 212 w 275"/>
                <a:gd name="T37" fmla="*/ 233 h 298"/>
                <a:gd name="T38" fmla="*/ 0 w 275"/>
                <a:gd name="T39" fmla="*/ 242 h 298"/>
                <a:gd name="T40" fmla="*/ 3 w 275"/>
                <a:gd name="T41" fmla="*/ 264 h 298"/>
                <a:gd name="T42" fmla="*/ 139 w 275"/>
                <a:gd name="T43" fmla="*/ 281 h 298"/>
                <a:gd name="T44" fmla="*/ 86 w 275"/>
                <a:gd name="T45" fmla="*/ 281 h 298"/>
                <a:gd name="T46" fmla="*/ 88 w 275"/>
                <a:gd name="T47" fmla="*/ 298 h 298"/>
                <a:gd name="T48" fmla="*/ 246 w 275"/>
                <a:gd name="T49" fmla="*/ 293 h 298"/>
                <a:gd name="T50" fmla="*/ 246 w 275"/>
                <a:gd name="T51" fmla="*/ 293 h 298"/>
                <a:gd name="T52" fmla="*/ 107 w 275"/>
                <a:gd name="T53" fmla="*/ 213 h 298"/>
                <a:gd name="T54" fmla="*/ 139 w 275"/>
                <a:gd name="T55" fmla="*/ 194 h 298"/>
                <a:gd name="T56" fmla="*/ 88 w 275"/>
                <a:gd name="T57" fmla="*/ 162 h 298"/>
                <a:gd name="T58" fmla="*/ 86 w 275"/>
                <a:gd name="T59" fmla="*/ 201 h 298"/>
                <a:gd name="T60" fmla="*/ 107 w 275"/>
                <a:gd name="T61" fmla="*/ 213 h 298"/>
                <a:gd name="T62" fmla="*/ 107 w 275"/>
                <a:gd name="T63" fmla="*/ 213 h 298"/>
                <a:gd name="T64" fmla="*/ 219 w 275"/>
                <a:gd name="T65" fmla="*/ 49 h 298"/>
                <a:gd name="T66" fmla="*/ 144 w 275"/>
                <a:gd name="T67" fmla="*/ 172 h 298"/>
                <a:gd name="T68" fmla="*/ 154 w 275"/>
                <a:gd name="T69" fmla="*/ 177 h 298"/>
                <a:gd name="T70" fmla="*/ 229 w 275"/>
                <a:gd name="T71" fmla="*/ 53 h 298"/>
                <a:gd name="T72" fmla="*/ 219 w 275"/>
                <a:gd name="T73" fmla="*/ 49 h 298"/>
                <a:gd name="T74" fmla="*/ 219 w 275"/>
                <a:gd name="T75" fmla="*/ 49 h 298"/>
                <a:gd name="T76" fmla="*/ 173 w 275"/>
                <a:gd name="T77" fmla="*/ 20 h 298"/>
                <a:gd name="T78" fmla="*/ 98 w 275"/>
                <a:gd name="T79" fmla="*/ 143 h 298"/>
                <a:gd name="T80" fmla="*/ 115 w 275"/>
                <a:gd name="T81" fmla="*/ 153 h 298"/>
                <a:gd name="T82" fmla="*/ 190 w 275"/>
                <a:gd name="T83" fmla="*/ 29 h 298"/>
                <a:gd name="T84" fmla="*/ 173 w 275"/>
                <a:gd name="T85" fmla="*/ 2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5" h="298">
                  <a:moveTo>
                    <a:pt x="166" y="0"/>
                  </a:moveTo>
                  <a:lnTo>
                    <a:pt x="249" y="49"/>
                  </a:lnTo>
                  <a:lnTo>
                    <a:pt x="156" y="204"/>
                  </a:lnTo>
                  <a:lnTo>
                    <a:pt x="112" y="230"/>
                  </a:lnTo>
                  <a:lnTo>
                    <a:pt x="69" y="233"/>
                  </a:lnTo>
                  <a:lnTo>
                    <a:pt x="73" y="153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246" y="293"/>
                  </a:moveTo>
                  <a:lnTo>
                    <a:pt x="251" y="264"/>
                  </a:lnTo>
                  <a:lnTo>
                    <a:pt x="161" y="262"/>
                  </a:lnTo>
                  <a:lnTo>
                    <a:pt x="275" y="255"/>
                  </a:lnTo>
                  <a:lnTo>
                    <a:pt x="273" y="242"/>
                  </a:lnTo>
                  <a:lnTo>
                    <a:pt x="241" y="240"/>
                  </a:lnTo>
                  <a:lnTo>
                    <a:pt x="273" y="235"/>
                  </a:lnTo>
                  <a:lnTo>
                    <a:pt x="261" y="211"/>
                  </a:lnTo>
                  <a:lnTo>
                    <a:pt x="178" y="201"/>
                  </a:lnTo>
                  <a:lnTo>
                    <a:pt x="176" y="226"/>
                  </a:lnTo>
                  <a:lnTo>
                    <a:pt x="212" y="233"/>
                  </a:lnTo>
                  <a:lnTo>
                    <a:pt x="0" y="242"/>
                  </a:lnTo>
                  <a:lnTo>
                    <a:pt x="3" y="264"/>
                  </a:lnTo>
                  <a:lnTo>
                    <a:pt x="139" y="281"/>
                  </a:lnTo>
                  <a:lnTo>
                    <a:pt x="86" y="281"/>
                  </a:lnTo>
                  <a:lnTo>
                    <a:pt x="88" y="298"/>
                  </a:lnTo>
                  <a:lnTo>
                    <a:pt x="246" y="293"/>
                  </a:lnTo>
                  <a:lnTo>
                    <a:pt x="246" y="293"/>
                  </a:lnTo>
                  <a:close/>
                  <a:moveTo>
                    <a:pt x="107" y="213"/>
                  </a:moveTo>
                  <a:lnTo>
                    <a:pt x="139" y="194"/>
                  </a:lnTo>
                  <a:lnTo>
                    <a:pt x="88" y="162"/>
                  </a:lnTo>
                  <a:lnTo>
                    <a:pt x="86" y="201"/>
                  </a:lnTo>
                  <a:lnTo>
                    <a:pt x="107" y="213"/>
                  </a:lnTo>
                  <a:lnTo>
                    <a:pt x="107" y="213"/>
                  </a:lnTo>
                  <a:close/>
                  <a:moveTo>
                    <a:pt x="219" y="49"/>
                  </a:moveTo>
                  <a:lnTo>
                    <a:pt x="144" y="172"/>
                  </a:lnTo>
                  <a:lnTo>
                    <a:pt x="154" y="177"/>
                  </a:lnTo>
                  <a:lnTo>
                    <a:pt x="229" y="53"/>
                  </a:lnTo>
                  <a:lnTo>
                    <a:pt x="219" y="49"/>
                  </a:lnTo>
                  <a:lnTo>
                    <a:pt x="219" y="49"/>
                  </a:lnTo>
                  <a:close/>
                  <a:moveTo>
                    <a:pt x="173" y="20"/>
                  </a:moveTo>
                  <a:lnTo>
                    <a:pt x="98" y="143"/>
                  </a:lnTo>
                  <a:lnTo>
                    <a:pt x="115" y="153"/>
                  </a:lnTo>
                  <a:lnTo>
                    <a:pt x="190" y="29"/>
                  </a:lnTo>
                  <a:lnTo>
                    <a:pt x="173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baseline="-2500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298471" y="1334105"/>
            <a:ext cx="720000" cy="720000"/>
            <a:chOff x="4638706" y="5208240"/>
            <a:chExt cx="720000" cy="720000"/>
          </a:xfrm>
        </p:grpSpPr>
        <p:sp>
          <p:nvSpPr>
            <p:cNvPr id="28" name="矩形 27"/>
            <p:cNvSpPr>
              <a:spLocks noChangeAspect="1"/>
            </p:cNvSpPr>
            <p:nvPr/>
          </p:nvSpPr>
          <p:spPr>
            <a:xfrm>
              <a:off x="4638706" y="5208240"/>
              <a:ext cx="720000" cy="72000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" name="Group 14"/>
            <p:cNvGrpSpPr>
              <a:grpSpLocks noChangeAspect="1"/>
            </p:cNvGrpSpPr>
            <p:nvPr/>
          </p:nvGrpSpPr>
          <p:grpSpPr bwMode="auto">
            <a:xfrm>
              <a:off x="4775712" y="5398725"/>
              <a:ext cx="449018" cy="359214"/>
              <a:chOff x="3535" y="1916"/>
              <a:chExt cx="610" cy="488"/>
            </a:xfrm>
          </p:grpSpPr>
          <p:sp>
            <p:nvSpPr>
              <p:cNvPr id="25" name="AutoShape 13"/>
              <p:cNvSpPr>
                <a:spLocks noChangeAspect="1" noChangeArrowheads="1" noTextEdit="1"/>
              </p:cNvSpPr>
              <p:nvPr/>
            </p:nvSpPr>
            <p:spPr bwMode="auto">
              <a:xfrm>
                <a:off x="3535" y="1916"/>
                <a:ext cx="610" cy="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15"/>
              <p:cNvSpPr/>
              <p:nvPr/>
            </p:nvSpPr>
            <p:spPr bwMode="auto">
              <a:xfrm>
                <a:off x="3537" y="2033"/>
                <a:ext cx="436" cy="374"/>
              </a:xfrm>
              <a:custGeom>
                <a:avLst/>
                <a:gdLst>
                  <a:gd name="T0" fmla="*/ 46 w 436"/>
                  <a:gd name="T1" fmla="*/ 374 h 374"/>
                  <a:gd name="T2" fmla="*/ 125 w 436"/>
                  <a:gd name="T3" fmla="*/ 292 h 374"/>
                  <a:gd name="T4" fmla="*/ 436 w 436"/>
                  <a:gd name="T5" fmla="*/ 292 h 374"/>
                  <a:gd name="T6" fmla="*/ 436 w 436"/>
                  <a:gd name="T7" fmla="*/ 204 h 374"/>
                  <a:gd name="T8" fmla="*/ 154 w 436"/>
                  <a:gd name="T9" fmla="*/ 204 h 374"/>
                  <a:gd name="T10" fmla="*/ 137 w 436"/>
                  <a:gd name="T11" fmla="*/ 204 h 374"/>
                  <a:gd name="T12" fmla="*/ 137 w 436"/>
                  <a:gd name="T13" fmla="*/ 189 h 374"/>
                  <a:gd name="T14" fmla="*/ 137 w 436"/>
                  <a:gd name="T15" fmla="*/ 0 h 374"/>
                  <a:gd name="T16" fmla="*/ 0 w 436"/>
                  <a:gd name="T17" fmla="*/ 0 h 374"/>
                  <a:gd name="T18" fmla="*/ 0 w 436"/>
                  <a:gd name="T19" fmla="*/ 292 h 374"/>
                  <a:gd name="T20" fmla="*/ 46 w 436"/>
                  <a:gd name="T21" fmla="*/ 292 h 374"/>
                  <a:gd name="T22" fmla="*/ 46 w 436"/>
                  <a:gd name="T23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6" h="374">
                    <a:moveTo>
                      <a:pt x="46" y="374"/>
                    </a:moveTo>
                    <a:lnTo>
                      <a:pt x="125" y="292"/>
                    </a:lnTo>
                    <a:lnTo>
                      <a:pt x="436" y="292"/>
                    </a:lnTo>
                    <a:lnTo>
                      <a:pt x="436" y="204"/>
                    </a:lnTo>
                    <a:lnTo>
                      <a:pt x="154" y="204"/>
                    </a:lnTo>
                    <a:lnTo>
                      <a:pt x="137" y="204"/>
                    </a:lnTo>
                    <a:lnTo>
                      <a:pt x="137" y="189"/>
                    </a:lnTo>
                    <a:lnTo>
                      <a:pt x="137" y="0"/>
                    </a:lnTo>
                    <a:lnTo>
                      <a:pt x="0" y="0"/>
                    </a:lnTo>
                    <a:lnTo>
                      <a:pt x="0" y="292"/>
                    </a:lnTo>
                    <a:lnTo>
                      <a:pt x="46" y="292"/>
                    </a:lnTo>
                    <a:lnTo>
                      <a:pt x="46" y="37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16"/>
              <p:cNvSpPr>
                <a:spLocks noEditPoints="1"/>
              </p:cNvSpPr>
              <p:nvPr/>
            </p:nvSpPr>
            <p:spPr bwMode="auto">
              <a:xfrm>
                <a:off x="3691" y="1919"/>
                <a:ext cx="452" cy="390"/>
              </a:xfrm>
              <a:custGeom>
                <a:avLst/>
                <a:gdLst>
                  <a:gd name="T0" fmla="*/ 136 w 189"/>
                  <a:gd name="T1" fmla="*/ 126 h 163"/>
                  <a:gd name="T2" fmla="*/ 168 w 189"/>
                  <a:gd name="T3" fmla="*/ 163 h 163"/>
                  <a:gd name="T4" fmla="*/ 168 w 189"/>
                  <a:gd name="T5" fmla="*/ 126 h 163"/>
                  <a:gd name="T6" fmla="*/ 189 w 189"/>
                  <a:gd name="T7" fmla="*/ 126 h 163"/>
                  <a:gd name="T8" fmla="*/ 189 w 189"/>
                  <a:gd name="T9" fmla="*/ 0 h 163"/>
                  <a:gd name="T10" fmla="*/ 0 w 189"/>
                  <a:gd name="T11" fmla="*/ 0 h 163"/>
                  <a:gd name="T12" fmla="*/ 0 w 189"/>
                  <a:gd name="T13" fmla="*/ 48 h 163"/>
                  <a:gd name="T14" fmla="*/ 0 w 189"/>
                  <a:gd name="T15" fmla="*/ 126 h 163"/>
                  <a:gd name="T16" fmla="*/ 118 w 189"/>
                  <a:gd name="T17" fmla="*/ 126 h 163"/>
                  <a:gd name="T18" fmla="*/ 136 w 189"/>
                  <a:gd name="T19" fmla="*/ 126 h 163"/>
                  <a:gd name="T20" fmla="*/ 158 w 189"/>
                  <a:gd name="T21" fmla="*/ 50 h 163"/>
                  <a:gd name="T22" fmla="*/ 172 w 189"/>
                  <a:gd name="T23" fmla="*/ 65 h 163"/>
                  <a:gd name="T24" fmla="*/ 158 w 189"/>
                  <a:gd name="T25" fmla="*/ 79 h 163"/>
                  <a:gd name="T26" fmla="*/ 143 w 189"/>
                  <a:gd name="T27" fmla="*/ 65 h 163"/>
                  <a:gd name="T28" fmla="*/ 158 w 189"/>
                  <a:gd name="T29" fmla="*/ 50 h 163"/>
                  <a:gd name="T30" fmla="*/ 37 w 189"/>
                  <a:gd name="T31" fmla="*/ 79 h 163"/>
                  <a:gd name="T32" fmla="*/ 23 w 189"/>
                  <a:gd name="T33" fmla="*/ 65 h 163"/>
                  <a:gd name="T34" fmla="*/ 37 w 189"/>
                  <a:gd name="T35" fmla="*/ 50 h 163"/>
                  <a:gd name="T36" fmla="*/ 51 w 189"/>
                  <a:gd name="T37" fmla="*/ 65 h 163"/>
                  <a:gd name="T38" fmla="*/ 37 w 189"/>
                  <a:gd name="T39" fmla="*/ 79 h 163"/>
                  <a:gd name="T40" fmla="*/ 77 w 189"/>
                  <a:gd name="T41" fmla="*/ 79 h 163"/>
                  <a:gd name="T42" fmla="*/ 63 w 189"/>
                  <a:gd name="T43" fmla="*/ 65 h 163"/>
                  <a:gd name="T44" fmla="*/ 77 w 189"/>
                  <a:gd name="T45" fmla="*/ 50 h 163"/>
                  <a:gd name="T46" fmla="*/ 92 w 189"/>
                  <a:gd name="T47" fmla="*/ 65 h 163"/>
                  <a:gd name="T48" fmla="*/ 77 w 189"/>
                  <a:gd name="T49" fmla="*/ 79 h 163"/>
                  <a:gd name="T50" fmla="*/ 117 w 189"/>
                  <a:gd name="T51" fmla="*/ 79 h 163"/>
                  <a:gd name="T52" fmla="*/ 103 w 189"/>
                  <a:gd name="T53" fmla="*/ 65 h 163"/>
                  <a:gd name="T54" fmla="*/ 117 w 189"/>
                  <a:gd name="T55" fmla="*/ 50 h 163"/>
                  <a:gd name="T56" fmla="*/ 118 w 189"/>
                  <a:gd name="T57" fmla="*/ 50 h 163"/>
                  <a:gd name="T58" fmla="*/ 132 w 189"/>
                  <a:gd name="T59" fmla="*/ 65 h 163"/>
                  <a:gd name="T60" fmla="*/ 118 w 189"/>
                  <a:gd name="T61" fmla="*/ 79 h 163"/>
                  <a:gd name="T62" fmla="*/ 117 w 189"/>
                  <a:gd name="T63" fmla="*/ 79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9" h="163">
                    <a:moveTo>
                      <a:pt x="136" y="126"/>
                    </a:moveTo>
                    <a:cubicBezTo>
                      <a:pt x="168" y="163"/>
                      <a:pt x="168" y="163"/>
                      <a:pt x="168" y="163"/>
                    </a:cubicBezTo>
                    <a:cubicBezTo>
                      <a:pt x="168" y="126"/>
                      <a:pt x="168" y="126"/>
                      <a:pt x="168" y="126"/>
                    </a:cubicBezTo>
                    <a:cubicBezTo>
                      <a:pt x="189" y="126"/>
                      <a:pt x="189" y="126"/>
                      <a:pt x="189" y="126"/>
                    </a:cubicBezTo>
                    <a:cubicBezTo>
                      <a:pt x="189" y="0"/>
                      <a:pt x="189" y="0"/>
                      <a:pt x="18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126"/>
                      <a:pt x="0" y="126"/>
                      <a:pt x="0" y="126"/>
                    </a:cubicBezTo>
                    <a:cubicBezTo>
                      <a:pt x="118" y="126"/>
                      <a:pt x="118" y="126"/>
                      <a:pt x="118" y="126"/>
                    </a:cubicBezTo>
                    <a:lnTo>
                      <a:pt x="136" y="126"/>
                    </a:lnTo>
                    <a:close/>
                    <a:moveTo>
                      <a:pt x="158" y="50"/>
                    </a:moveTo>
                    <a:cubicBezTo>
                      <a:pt x="166" y="50"/>
                      <a:pt x="172" y="57"/>
                      <a:pt x="172" y="65"/>
                    </a:cubicBezTo>
                    <a:cubicBezTo>
                      <a:pt x="172" y="73"/>
                      <a:pt x="166" y="79"/>
                      <a:pt x="158" y="79"/>
                    </a:cubicBezTo>
                    <a:cubicBezTo>
                      <a:pt x="150" y="79"/>
                      <a:pt x="143" y="73"/>
                      <a:pt x="143" y="65"/>
                    </a:cubicBezTo>
                    <a:cubicBezTo>
                      <a:pt x="143" y="57"/>
                      <a:pt x="150" y="50"/>
                      <a:pt x="158" y="50"/>
                    </a:cubicBezTo>
                    <a:moveTo>
                      <a:pt x="37" y="79"/>
                    </a:moveTo>
                    <a:cubicBezTo>
                      <a:pt x="29" y="79"/>
                      <a:pt x="23" y="73"/>
                      <a:pt x="23" y="65"/>
                    </a:cubicBezTo>
                    <a:cubicBezTo>
                      <a:pt x="23" y="57"/>
                      <a:pt x="29" y="50"/>
                      <a:pt x="37" y="50"/>
                    </a:cubicBezTo>
                    <a:cubicBezTo>
                      <a:pt x="45" y="50"/>
                      <a:pt x="51" y="57"/>
                      <a:pt x="51" y="65"/>
                    </a:cubicBezTo>
                    <a:cubicBezTo>
                      <a:pt x="51" y="73"/>
                      <a:pt x="45" y="79"/>
                      <a:pt x="37" y="79"/>
                    </a:cubicBezTo>
                    <a:moveTo>
                      <a:pt x="77" y="79"/>
                    </a:moveTo>
                    <a:cubicBezTo>
                      <a:pt x="69" y="79"/>
                      <a:pt x="63" y="73"/>
                      <a:pt x="63" y="65"/>
                    </a:cubicBezTo>
                    <a:cubicBezTo>
                      <a:pt x="63" y="57"/>
                      <a:pt x="69" y="50"/>
                      <a:pt x="77" y="50"/>
                    </a:cubicBezTo>
                    <a:cubicBezTo>
                      <a:pt x="85" y="50"/>
                      <a:pt x="92" y="57"/>
                      <a:pt x="92" y="65"/>
                    </a:cubicBezTo>
                    <a:cubicBezTo>
                      <a:pt x="92" y="73"/>
                      <a:pt x="85" y="79"/>
                      <a:pt x="77" y="79"/>
                    </a:cubicBezTo>
                    <a:moveTo>
                      <a:pt x="117" y="79"/>
                    </a:moveTo>
                    <a:cubicBezTo>
                      <a:pt x="110" y="79"/>
                      <a:pt x="103" y="73"/>
                      <a:pt x="103" y="65"/>
                    </a:cubicBezTo>
                    <a:cubicBezTo>
                      <a:pt x="103" y="57"/>
                      <a:pt x="110" y="50"/>
                      <a:pt x="117" y="50"/>
                    </a:cubicBezTo>
                    <a:cubicBezTo>
                      <a:pt x="118" y="50"/>
                      <a:pt x="118" y="50"/>
                      <a:pt x="118" y="50"/>
                    </a:cubicBezTo>
                    <a:cubicBezTo>
                      <a:pt x="126" y="51"/>
                      <a:pt x="132" y="57"/>
                      <a:pt x="132" y="65"/>
                    </a:cubicBezTo>
                    <a:cubicBezTo>
                      <a:pt x="132" y="72"/>
                      <a:pt x="126" y="78"/>
                      <a:pt x="118" y="79"/>
                    </a:cubicBezTo>
                    <a:cubicBezTo>
                      <a:pt x="118" y="79"/>
                      <a:pt x="118" y="79"/>
                      <a:pt x="117" y="79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 rot="0">
            <a:off x="1696085" y="1334135"/>
            <a:ext cx="720090" cy="720090"/>
            <a:chOff x="8251253" y="5208240"/>
            <a:chExt cx="720000" cy="720000"/>
          </a:xfrm>
        </p:grpSpPr>
        <p:sp>
          <p:nvSpPr>
            <p:cNvPr id="29" name="矩形 28"/>
            <p:cNvSpPr>
              <a:spLocks noChangeAspect="1"/>
            </p:cNvSpPr>
            <p:nvPr/>
          </p:nvSpPr>
          <p:spPr>
            <a:xfrm>
              <a:off x="8251253" y="5208240"/>
              <a:ext cx="720000" cy="72000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Group 19"/>
            <p:cNvGrpSpPr>
              <a:grpSpLocks noChangeAspect="1"/>
            </p:cNvGrpSpPr>
            <p:nvPr/>
          </p:nvGrpSpPr>
          <p:grpSpPr bwMode="auto">
            <a:xfrm>
              <a:off x="8406059" y="5362723"/>
              <a:ext cx="410388" cy="410388"/>
              <a:chOff x="3588" y="1908"/>
              <a:chExt cx="504" cy="504"/>
            </a:xfrm>
          </p:grpSpPr>
          <p:sp>
            <p:nvSpPr>
              <p:cNvPr id="40" name="AutoShape 18"/>
              <p:cNvSpPr>
                <a:spLocks noChangeAspect="1" noChangeArrowheads="1" noTextEdit="1"/>
              </p:cNvSpPr>
              <p:nvPr/>
            </p:nvSpPr>
            <p:spPr bwMode="auto">
              <a:xfrm>
                <a:off x="3588" y="1908"/>
                <a:ext cx="504" cy="5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20"/>
              <p:cNvSpPr>
                <a:spLocks noEditPoints="1"/>
              </p:cNvSpPr>
              <p:nvPr/>
            </p:nvSpPr>
            <p:spPr bwMode="auto">
              <a:xfrm>
                <a:off x="3590" y="1908"/>
                <a:ext cx="243" cy="506"/>
              </a:xfrm>
              <a:custGeom>
                <a:avLst/>
                <a:gdLst>
                  <a:gd name="T0" fmla="*/ 2 w 101"/>
                  <a:gd name="T1" fmla="*/ 205 h 211"/>
                  <a:gd name="T2" fmla="*/ 50 w 101"/>
                  <a:gd name="T3" fmla="*/ 181 h 211"/>
                  <a:gd name="T4" fmla="*/ 99 w 101"/>
                  <a:gd name="T5" fmla="*/ 205 h 211"/>
                  <a:gd name="T6" fmla="*/ 100 w 101"/>
                  <a:gd name="T7" fmla="*/ 205 h 211"/>
                  <a:gd name="T8" fmla="*/ 100 w 101"/>
                  <a:gd name="T9" fmla="*/ 45 h 211"/>
                  <a:gd name="T10" fmla="*/ 98 w 101"/>
                  <a:gd name="T11" fmla="*/ 22 h 211"/>
                  <a:gd name="T12" fmla="*/ 50 w 101"/>
                  <a:gd name="T13" fmla="*/ 0 h 211"/>
                  <a:gd name="T14" fmla="*/ 2 w 101"/>
                  <a:gd name="T15" fmla="*/ 22 h 211"/>
                  <a:gd name="T16" fmla="*/ 0 w 101"/>
                  <a:gd name="T17" fmla="*/ 45 h 211"/>
                  <a:gd name="T18" fmla="*/ 0 w 101"/>
                  <a:gd name="T19" fmla="*/ 205 h 211"/>
                  <a:gd name="T20" fmla="*/ 2 w 101"/>
                  <a:gd name="T21" fmla="*/ 205 h 211"/>
                  <a:gd name="T22" fmla="*/ 16 w 101"/>
                  <a:gd name="T23" fmla="*/ 35 h 211"/>
                  <a:gd name="T24" fmla="*/ 50 w 101"/>
                  <a:gd name="T25" fmla="*/ 28 h 211"/>
                  <a:gd name="T26" fmla="*/ 85 w 101"/>
                  <a:gd name="T27" fmla="*/ 35 h 211"/>
                  <a:gd name="T28" fmla="*/ 86 w 101"/>
                  <a:gd name="T29" fmla="*/ 39 h 211"/>
                  <a:gd name="T30" fmla="*/ 84 w 101"/>
                  <a:gd name="T31" fmla="*/ 40 h 211"/>
                  <a:gd name="T32" fmla="*/ 82 w 101"/>
                  <a:gd name="T33" fmla="*/ 40 h 211"/>
                  <a:gd name="T34" fmla="*/ 75 w 101"/>
                  <a:gd name="T35" fmla="*/ 37 h 211"/>
                  <a:gd name="T36" fmla="*/ 50 w 101"/>
                  <a:gd name="T37" fmla="*/ 34 h 211"/>
                  <a:gd name="T38" fmla="*/ 25 w 101"/>
                  <a:gd name="T39" fmla="*/ 37 h 211"/>
                  <a:gd name="T40" fmla="*/ 19 w 101"/>
                  <a:gd name="T41" fmla="*/ 40 h 211"/>
                  <a:gd name="T42" fmla="*/ 15 w 101"/>
                  <a:gd name="T43" fmla="*/ 39 h 211"/>
                  <a:gd name="T44" fmla="*/ 16 w 101"/>
                  <a:gd name="T45" fmla="*/ 35 h 211"/>
                  <a:gd name="T46" fmla="*/ 16 w 101"/>
                  <a:gd name="T47" fmla="*/ 63 h 211"/>
                  <a:gd name="T48" fmla="*/ 50 w 101"/>
                  <a:gd name="T49" fmla="*/ 57 h 211"/>
                  <a:gd name="T50" fmla="*/ 85 w 101"/>
                  <a:gd name="T51" fmla="*/ 63 h 211"/>
                  <a:gd name="T52" fmla="*/ 86 w 101"/>
                  <a:gd name="T53" fmla="*/ 67 h 211"/>
                  <a:gd name="T54" fmla="*/ 84 w 101"/>
                  <a:gd name="T55" fmla="*/ 69 h 211"/>
                  <a:gd name="T56" fmla="*/ 82 w 101"/>
                  <a:gd name="T57" fmla="*/ 68 h 211"/>
                  <a:gd name="T58" fmla="*/ 75 w 101"/>
                  <a:gd name="T59" fmla="*/ 66 h 211"/>
                  <a:gd name="T60" fmla="*/ 50 w 101"/>
                  <a:gd name="T61" fmla="*/ 63 h 211"/>
                  <a:gd name="T62" fmla="*/ 25 w 101"/>
                  <a:gd name="T63" fmla="*/ 66 h 211"/>
                  <a:gd name="T64" fmla="*/ 19 w 101"/>
                  <a:gd name="T65" fmla="*/ 68 h 211"/>
                  <a:gd name="T66" fmla="*/ 15 w 101"/>
                  <a:gd name="T67" fmla="*/ 67 h 211"/>
                  <a:gd name="T68" fmla="*/ 16 w 101"/>
                  <a:gd name="T69" fmla="*/ 63 h 211"/>
                  <a:gd name="T70" fmla="*/ 16 w 101"/>
                  <a:gd name="T71" fmla="*/ 92 h 211"/>
                  <a:gd name="T72" fmla="*/ 50 w 101"/>
                  <a:gd name="T73" fmla="*/ 85 h 211"/>
                  <a:gd name="T74" fmla="*/ 85 w 101"/>
                  <a:gd name="T75" fmla="*/ 92 h 211"/>
                  <a:gd name="T76" fmla="*/ 86 w 101"/>
                  <a:gd name="T77" fmla="*/ 96 h 211"/>
                  <a:gd name="T78" fmla="*/ 84 w 101"/>
                  <a:gd name="T79" fmla="*/ 97 h 211"/>
                  <a:gd name="T80" fmla="*/ 82 w 101"/>
                  <a:gd name="T81" fmla="*/ 97 h 211"/>
                  <a:gd name="T82" fmla="*/ 75 w 101"/>
                  <a:gd name="T83" fmla="*/ 94 h 211"/>
                  <a:gd name="T84" fmla="*/ 50 w 101"/>
                  <a:gd name="T85" fmla="*/ 91 h 211"/>
                  <a:gd name="T86" fmla="*/ 25 w 101"/>
                  <a:gd name="T87" fmla="*/ 94 h 211"/>
                  <a:gd name="T88" fmla="*/ 19 w 101"/>
                  <a:gd name="T89" fmla="*/ 97 h 211"/>
                  <a:gd name="T90" fmla="*/ 15 w 101"/>
                  <a:gd name="T91" fmla="*/ 96 h 211"/>
                  <a:gd name="T92" fmla="*/ 16 w 101"/>
                  <a:gd name="T93" fmla="*/ 92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1" h="211">
                    <a:moveTo>
                      <a:pt x="2" y="205"/>
                    </a:moveTo>
                    <a:cubicBezTo>
                      <a:pt x="8" y="187"/>
                      <a:pt x="27" y="181"/>
                      <a:pt x="50" y="181"/>
                    </a:cubicBezTo>
                    <a:cubicBezTo>
                      <a:pt x="74" y="181"/>
                      <a:pt x="93" y="187"/>
                      <a:pt x="99" y="205"/>
                    </a:cubicBezTo>
                    <a:cubicBezTo>
                      <a:pt x="101" y="211"/>
                      <a:pt x="100" y="211"/>
                      <a:pt x="100" y="205"/>
                    </a:cubicBezTo>
                    <a:cubicBezTo>
                      <a:pt x="100" y="172"/>
                      <a:pt x="100" y="78"/>
                      <a:pt x="100" y="45"/>
                    </a:cubicBezTo>
                    <a:cubicBezTo>
                      <a:pt x="100" y="39"/>
                      <a:pt x="101" y="28"/>
                      <a:pt x="98" y="22"/>
                    </a:cubicBezTo>
                    <a:cubicBezTo>
                      <a:pt x="92" y="5"/>
                      <a:pt x="73" y="0"/>
                      <a:pt x="50" y="0"/>
                    </a:cubicBezTo>
                    <a:cubicBezTo>
                      <a:pt x="28" y="0"/>
                      <a:pt x="8" y="5"/>
                      <a:pt x="2" y="22"/>
                    </a:cubicBezTo>
                    <a:cubicBezTo>
                      <a:pt x="0" y="28"/>
                      <a:pt x="0" y="39"/>
                      <a:pt x="0" y="45"/>
                    </a:cubicBezTo>
                    <a:cubicBezTo>
                      <a:pt x="0" y="78"/>
                      <a:pt x="0" y="172"/>
                      <a:pt x="0" y="205"/>
                    </a:cubicBezTo>
                    <a:cubicBezTo>
                      <a:pt x="0" y="211"/>
                      <a:pt x="0" y="211"/>
                      <a:pt x="2" y="205"/>
                    </a:cubicBezTo>
                    <a:moveTo>
                      <a:pt x="16" y="35"/>
                    </a:moveTo>
                    <a:cubicBezTo>
                      <a:pt x="24" y="30"/>
                      <a:pt x="36" y="28"/>
                      <a:pt x="50" y="28"/>
                    </a:cubicBezTo>
                    <a:cubicBezTo>
                      <a:pt x="65" y="28"/>
                      <a:pt x="76" y="30"/>
                      <a:pt x="85" y="35"/>
                    </a:cubicBezTo>
                    <a:cubicBezTo>
                      <a:pt x="86" y="35"/>
                      <a:pt x="87" y="37"/>
                      <a:pt x="86" y="39"/>
                    </a:cubicBezTo>
                    <a:cubicBezTo>
                      <a:pt x="86" y="40"/>
                      <a:pt x="85" y="40"/>
                      <a:pt x="84" y="40"/>
                    </a:cubicBezTo>
                    <a:cubicBezTo>
                      <a:pt x="83" y="40"/>
                      <a:pt x="83" y="40"/>
                      <a:pt x="82" y="40"/>
                    </a:cubicBezTo>
                    <a:cubicBezTo>
                      <a:pt x="80" y="39"/>
                      <a:pt x="78" y="38"/>
                      <a:pt x="75" y="37"/>
                    </a:cubicBezTo>
                    <a:cubicBezTo>
                      <a:pt x="69" y="35"/>
                      <a:pt x="61" y="34"/>
                      <a:pt x="50" y="34"/>
                    </a:cubicBezTo>
                    <a:cubicBezTo>
                      <a:pt x="40" y="34"/>
                      <a:pt x="32" y="35"/>
                      <a:pt x="25" y="37"/>
                    </a:cubicBezTo>
                    <a:cubicBezTo>
                      <a:pt x="23" y="38"/>
                      <a:pt x="21" y="39"/>
                      <a:pt x="19" y="40"/>
                    </a:cubicBezTo>
                    <a:cubicBezTo>
                      <a:pt x="17" y="41"/>
                      <a:pt x="15" y="40"/>
                      <a:pt x="15" y="39"/>
                    </a:cubicBezTo>
                    <a:cubicBezTo>
                      <a:pt x="14" y="37"/>
                      <a:pt x="15" y="35"/>
                      <a:pt x="16" y="35"/>
                    </a:cubicBezTo>
                    <a:moveTo>
                      <a:pt x="16" y="63"/>
                    </a:moveTo>
                    <a:cubicBezTo>
                      <a:pt x="24" y="59"/>
                      <a:pt x="36" y="57"/>
                      <a:pt x="50" y="57"/>
                    </a:cubicBezTo>
                    <a:cubicBezTo>
                      <a:pt x="65" y="57"/>
                      <a:pt x="76" y="59"/>
                      <a:pt x="85" y="63"/>
                    </a:cubicBezTo>
                    <a:cubicBezTo>
                      <a:pt x="86" y="64"/>
                      <a:pt x="87" y="66"/>
                      <a:pt x="86" y="67"/>
                    </a:cubicBezTo>
                    <a:cubicBezTo>
                      <a:pt x="86" y="68"/>
                      <a:pt x="85" y="69"/>
                      <a:pt x="84" y="69"/>
                    </a:cubicBezTo>
                    <a:cubicBezTo>
                      <a:pt x="83" y="69"/>
                      <a:pt x="83" y="69"/>
                      <a:pt x="82" y="68"/>
                    </a:cubicBezTo>
                    <a:cubicBezTo>
                      <a:pt x="80" y="67"/>
                      <a:pt x="78" y="66"/>
                      <a:pt x="75" y="66"/>
                    </a:cubicBezTo>
                    <a:cubicBezTo>
                      <a:pt x="69" y="64"/>
                      <a:pt x="61" y="63"/>
                      <a:pt x="50" y="63"/>
                    </a:cubicBezTo>
                    <a:cubicBezTo>
                      <a:pt x="40" y="63"/>
                      <a:pt x="32" y="64"/>
                      <a:pt x="25" y="66"/>
                    </a:cubicBezTo>
                    <a:cubicBezTo>
                      <a:pt x="23" y="66"/>
                      <a:pt x="21" y="67"/>
                      <a:pt x="19" y="68"/>
                    </a:cubicBezTo>
                    <a:cubicBezTo>
                      <a:pt x="17" y="69"/>
                      <a:pt x="15" y="69"/>
                      <a:pt x="15" y="67"/>
                    </a:cubicBezTo>
                    <a:cubicBezTo>
                      <a:pt x="14" y="66"/>
                      <a:pt x="15" y="64"/>
                      <a:pt x="16" y="63"/>
                    </a:cubicBezTo>
                    <a:moveTo>
                      <a:pt x="16" y="92"/>
                    </a:moveTo>
                    <a:cubicBezTo>
                      <a:pt x="24" y="87"/>
                      <a:pt x="36" y="85"/>
                      <a:pt x="50" y="85"/>
                    </a:cubicBezTo>
                    <a:cubicBezTo>
                      <a:pt x="65" y="85"/>
                      <a:pt x="76" y="87"/>
                      <a:pt x="85" y="92"/>
                    </a:cubicBezTo>
                    <a:cubicBezTo>
                      <a:pt x="86" y="92"/>
                      <a:pt x="87" y="94"/>
                      <a:pt x="86" y="96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3" y="97"/>
                      <a:pt x="83" y="97"/>
                      <a:pt x="82" y="97"/>
                    </a:cubicBezTo>
                    <a:cubicBezTo>
                      <a:pt x="80" y="96"/>
                      <a:pt x="78" y="95"/>
                      <a:pt x="75" y="94"/>
                    </a:cubicBezTo>
                    <a:cubicBezTo>
                      <a:pt x="69" y="92"/>
                      <a:pt x="61" y="91"/>
                      <a:pt x="50" y="91"/>
                    </a:cubicBezTo>
                    <a:cubicBezTo>
                      <a:pt x="40" y="91"/>
                      <a:pt x="32" y="92"/>
                      <a:pt x="25" y="94"/>
                    </a:cubicBezTo>
                    <a:cubicBezTo>
                      <a:pt x="23" y="95"/>
                      <a:pt x="21" y="96"/>
                      <a:pt x="19" y="97"/>
                    </a:cubicBezTo>
                    <a:cubicBezTo>
                      <a:pt x="17" y="98"/>
                      <a:pt x="15" y="97"/>
                      <a:pt x="15" y="96"/>
                    </a:cubicBezTo>
                    <a:cubicBezTo>
                      <a:pt x="14" y="94"/>
                      <a:pt x="15" y="92"/>
                      <a:pt x="16" y="92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 21"/>
              <p:cNvSpPr>
                <a:spLocks noEditPoints="1"/>
              </p:cNvSpPr>
              <p:nvPr/>
            </p:nvSpPr>
            <p:spPr bwMode="auto">
              <a:xfrm>
                <a:off x="3852" y="1908"/>
                <a:ext cx="242" cy="506"/>
              </a:xfrm>
              <a:custGeom>
                <a:avLst/>
                <a:gdLst>
                  <a:gd name="T0" fmla="*/ 99 w 101"/>
                  <a:gd name="T1" fmla="*/ 205 h 211"/>
                  <a:gd name="T2" fmla="*/ 101 w 101"/>
                  <a:gd name="T3" fmla="*/ 205 h 211"/>
                  <a:gd name="T4" fmla="*/ 101 w 101"/>
                  <a:gd name="T5" fmla="*/ 45 h 211"/>
                  <a:gd name="T6" fmla="*/ 99 w 101"/>
                  <a:gd name="T7" fmla="*/ 22 h 211"/>
                  <a:gd name="T8" fmla="*/ 51 w 101"/>
                  <a:gd name="T9" fmla="*/ 0 h 211"/>
                  <a:gd name="T10" fmla="*/ 3 w 101"/>
                  <a:gd name="T11" fmla="*/ 22 h 211"/>
                  <a:gd name="T12" fmla="*/ 1 w 101"/>
                  <a:gd name="T13" fmla="*/ 45 h 211"/>
                  <a:gd name="T14" fmla="*/ 1 w 101"/>
                  <a:gd name="T15" fmla="*/ 205 h 211"/>
                  <a:gd name="T16" fmla="*/ 2 w 101"/>
                  <a:gd name="T17" fmla="*/ 205 h 211"/>
                  <a:gd name="T18" fmla="*/ 51 w 101"/>
                  <a:gd name="T19" fmla="*/ 181 h 211"/>
                  <a:gd name="T20" fmla="*/ 99 w 101"/>
                  <a:gd name="T21" fmla="*/ 205 h 211"/>
                  <a:gd name="T22" fmla="*/ 86 w 101"/>
                  <a:gd name="T23" fmla="*/ 96 h 211"/>
                  <a:gd name="T24" fmla="*/ 84 w 101"/>
                  <a:gd name="T25" fmla="*/ 97 h 211"/>
                  <a:gd name="T26" fmla="*/ 82 w 101"/>
                  <a:gd name="T27" fmla="*/ 97 h 211"/>
                  <a:gd name="T28" fmla="*/ 76 w 101"/>
                  <a:gd name="T29" fmla="*/ 94 h 211"/>
                  <a:gd name="T30" fmla="*/ 51 w 101"/>
                  <a:gd name="T31" fmla="*/ 91 h 211"/>
                  <a:gd name="T32" fmla="*/ 26 w 101"/>
                  <a:gd name="T33" fmla="*/ 94 h 211"/>
                  <a:gd name="T34" fmla="*/ 19 w 101"/>
                  <a:gd name="T35" fmla="*/ 97 h 211"/>
                  <a:gd name="T36" fmla="*/ 15 w 101"/>
                  <a:gd name="T37" fmla="*/ 96 h 211"/>
                  <a:gd name="T38" fmla="*/ 16 w 101"/>
                  <a:gd name="T39" fmla="*/ 92 h 211"/>
                  <a:gd name="T40" fmla="*/ 51 w 101"/>
                  <a:gd name="T41" fmla="*/ 85 h 211"/>
                  <a:gd name="T42" fmla="*/ 85 w 101"/>
                  <a:gd name="T43" fmla="*/ 92 h 211"/>
                  <a:gd name="T44" fmla="*/ 86 w 101"/>
                  <a:gd name="T45" fmla="*/ 96 h 211"/>
                  <a:gd name="T46" fmla="*/ 86 w 101"/>
                  <a:gd name="T47" fmla="*/ 67 h 211"/>
                  <a:gd name="T48" fmla="*/ 84 w 101"/>
                  <a:gd name="T49" fmla="*/ 69 h 211"/>
                  <a:gd name="T50" fmla="*/ 82 w 101"/>
                  <a:gd name="T51" fmla="*/ 68 h 211"/>
                  <a:gd name="T52" fmla="*/ 76 w 101"/>
                  <a:gd name="T53" fmla="*/ 66 h 211"/>
                  <a:gd name="T54" fmla="*/ 51 w 101"/>
                  <a:gd name="T55" fmla="*/ 63 h 211"/>
                  <a:gd name="T56" fmla="*/ 26 w 101"/>
                  <a:gd name="T57" fmla="*/ 66 h 211"/>
                  <a:gd name="T58" fmla="*/ 19 w 101"/>
                  <a:gd name="T59" fmla="*/ 68 h 211"/>
                  <a:gd name="T60" fmla="*/ 15 w 101"/>
                  <a:gd name="T61" fmla="*/ 67 h 211"/>
                  <a:gd name="T62" fmla="*/ 16 w 101"/>
                  <a:gd name="T63" fmla="*/ 63 h 211"/>
                  <a:gd name="T64" fmla="*/ 51 w 101"/>
                  <a:gd name="T65" fmla="*/ 57 h 211"/>
                  <a:gd name="T66" fmla="*/ 85 w 101"/>
                  <a:gd name="T67" fmla="*/ 63 h 211"/>
                  <a:gd name="T68" fmla="*/ 86 w 101"/>
                  <a:gd name="T69" fmla="*/ 67 h 211"/>
                  <a:gd name="T70" fmla="*/ 86 w 101"/>
                  <a:gd name="T71" fmla="*/ 39 h 211"/>
                  <a:gd name="T72" fmla="*/ 84 w 101"/>
                  <a:gd name="T73" fmla="*/ 40 h 211"/>
                  <a:gd name="T74" fmla="*/ 82 w 101"/>
                  <a:gd name="T75" fmla="*/ 40 h 211"/>
                  <a:gd name="T76" fmla="*/ 76 w 101"/>
                  <a:gd name="T77" fmla="*/ 37 h 211"/>
                  <a:gd name="T78" fmla="*/ 51 w 101"/>
                  <a:gd name="T79" fmla="*/ 34 h 211"/>
                  <a:gd name="T80" fmla="*/ 26 w 101"/>
                  <a:gd name="T81" fmla="*/ 37 h 211"/>
                  <a:gd name="T82" fmla="*/ 19 w 101"/>
                  <a:gd name="T83" fmla="*/ 40 h 211"/>
                  <a:gd name="T84" fmla="*/ 15 w 101"/>
                  <a:gd name="T85" fmla="*/ 39 h 211"/>
                  <a:gd name="T86" fmla="*/ 16 w 101"/>
                  <a:gd name="T87" fmla="*/ 35 h 211"/>
                  <a:gd name="T88" fmla="*/ 51 w 101"/>
                  <a:gd name="T89" fmla="*/ 28 h 211"/>
                  <a:gd name="T90" fmla="*/ 85 w 101"/>
                  <a:gd name="T91" fmla="*/ 35 h 211"/>
                  <a:gd name="T92" fmla="*/ 86 w 101"/>
                  <a:gd name="T93" fmla="*/ 39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01" h="211">
                    <a:moveTo>
                      <a:pt x="99" y="205"/>
                    </a:moveTo>
                    <a:cubicBezTo>
                      <a:pt x="101" y="211"/>
                      <a:pt x="101" y="211"/>
                      <a:pt x="101" y="205"/>
                    </a:cubicBezTo>
                    <a:cubicBezTo>
                      <a:pt x="101" y="172"/>
                      <a:pt x="101" y="78"/>
                      <a:pt x="101" y="45"/>
                    </a:cubicBezTo>
                    <a:cubicBezTo>
                      <a:pt x="101" y="39"/>
                      <a:pt x="101" y="28"/>
                      <a:pt x="99" y="22"/>
                    </a:cubicBezTo>
                    <a:cubicBezTo>
                      <a:pt x="93" y="5"/>
                      <a:pt x="73" y="0"/>
                      <a:pt x="51" y="0"/>
                    </a:cubicBezTo>
                    <a:cubicBezTo>
                      <a:pt x="28" y="0"/>
                      <a:pt x="9" y="5"/>
                      <a:pt x="3" y="22"/>
                    </a:cubicBezTo>
                    <a:cubicBezTo>
                      <a:pt x="1" y="28"/>
                      <a:pt x="1" y="39"/>
                      <a:pt x="1" y="45"/>
                    </a:cubicBezTo>
                    <a:cubicBezTo>
                      <a:pt x="1" y="78"/>
                      <a:pt x="1" y="172"/>
                      <a:pt x="1" y="205"/>
                    </a:cubicBezTo>
                    <a:cubicBezTo>
                      <a:pt x="1" y="211"/>
                      <a:pt x="0" y="211"/>
                      <a:pt x="2" y="205"/>
                    </a:cubicBezTo>
                    <a:cubicBezTo>
                      <a:pt x="8" y="187"/>
                      <a:pt x="27" y="181"/>
                      <a:pt x="51" y="181"/>
                    </a:cubicBezTo>
                    <a:cubicBezTo>
                      <a:pt x="74" y="181"/>
                      <a:pt x="94" y="187"/>
                      <a:pt x="99" y="205"/>
                    </a:cubicBezTo>
                    <a:moveTo>
                      <a:pt x="86" y="96"/>
                    </a:moveTo>
                    <a:cubicBezTo>
                      <a:pt x="86" y="97"/>
                      <a:pt x="85" y="97"/>
                      <a:pt x="84" y="97"/>
                    </a:cubicBezTo>
                    <a:cubicBezTo>
                      <a:pt x="83" y="97"/>
                      <a:pt x="83" y="97"/>
                      <a:pt x="82" y="97"/>
                    </a:cubicBezTo>
                    <a:cubicBezTo>
                      <a:pt x="80" y="96"/>
                      <a:pt x="78" y="95"/>
                      <a:pt x="76" y="94"/>
                    </a:cubicBezTo>
                    <a:cubicBezTo>
                      <a:pt x="69" y="92"/>
                      <a:pt x="61" y="91"/>
                      <a:pt x="51" y="91"/>
                    </a:cubicBezTo>
                    <a:cubicBezTo>
                      <a:pt x="41" y="91"/>
                      <a:pt x="32" y="92"/>
                      <a:pt x="26" y="94"/>
                    </a:cubicBezTo>
                    <a:cubicBezTo>
                      <a:pt x="23" y="95"/>
                      <a:pt x="21" y="96"/>
                      <a:pt x="19" y="97"/>
                    </a:cubicBezTo>
                    <a:cubicBezTo>
                      <a:pt x="17" y="98"/>
                      <a:pt x="16" y="97"/>
                      <a:pt x="15" y="96"/>
                    </a:cubicBezTo>
                    <a:cubicBezTo>
                      <a:pt x="14" y="94"/>
                      <a:pt x="15" y="92"/>
                      <a:pt x="16" y="92"/>
                    </a:cubicBezTo>
                    <a:cubicBezTo>
                      <a:pt x="25" y="87"/>
                      <a:pt x="36" y="85"/>
                      <a:pt x="51" y="85"/>
                    </a:cubicBezTo>
                    <a:cubicBezTo>
                      <a:pt x="65" y="85"/>
                      <a:pt x="77" y="87"/>
                      <a:pt x="85" y="92"/>
                    </a:cubicBezTo>
                    <a:cubicBezTo>
                      <a:pt x="87" y="92"/>
                      <a:pt x="87" y="94"/>
                      <a:pt x="86" y="96"/>
                    </a:cubicBezTo>
                    <a:moveTo>
                      <a:pt x="86" y="67"/>
                    </a:moveTo>
                    <a:cubicBezTo>
                      <a:pt x="86" y="68"/>
                      <a:pt x="85" y="69"/>
                      <a:pt x="84" y="69"/>
                    </a:cubicBezTo>
                    <a:cubicBezTo>
                      <a:pt x="83" y="69"/>
                      <a:pt x="83" y="69"/>
                      <a:pt x="82" y="68"/>
                    </a:cubicBezTo>
                    <a:cubicBezTo>
                      <a:pt x="80" y="67"/>
                      <a:pt x="78" y="66"/>
                      <a:pt x="76" y="66"/>
                    </a:cubicBezTo>
                    <a:cubicBezTo>
                      <a:pt x="69" y="64"/>
                      <a:pt x="61" y="63"/>
                      <a:pt x="51" y="63"/>
                    </a:cubicBezTo>
                    <a:cubicBezTo>
                      <a:pt x="41" y="63"/>
                      <a:pt x="32" y="64"/>
                      <a:pt x="26" y="66"/>
                    </a:cubicBezTo>
                    <a:cubicBezTo>
                      <a:pt x="23" y="66"/>
                      <a:pt x="21" y="67"/>
                      <a:pt x="19" y="68"/>
                    </a:cubicBezTo>
                    <a:cubicBezTo>
                      <a:pt x="17" y="69"/>
                      <a:pt x="16" y="69"/>
                      <a:pt x="15" y="67"/>
                    </a:cubicBezTo>
                    <a:cubicBezTo>
                      <a:pt x="14" y="66"/>
                      <a:pt x="15" y="64"/>
                      <a:pt x="16" y="63"/>
                    </a:cubicBezTo>
                    <a:cubicBezTo>
                      <a:pt x="25" y="59"/>
                      <a:pt x="36" y="57"/>
                      <a:pt x="51" y="57"/>
                    </a:cubicBezTo>
                    <a:cubicBezTo>
                      <a:pt x="65" y="57"/>
                      <a:pt x="77" y="59"/>
                      <a:pt x="85" y="63"/>
                    </a:cubicBezTo>
                    <a:cubicBezTo>
                      <a:pt x="87" y="64"/>
                      <a:pt x="87" y="66"/>
                      <a:pt x="86" y="67"/>
                    </a:cubicBezTo>
                    <a:moveTo>
                      <a:pt x="86" y="39"/>
                    </a:moveTo>
                    <a:cubicBezTo>
                      <a:pt x="86" y="40"/>
                      <a:pt x="85" y="40"/>
                      <a:pt x="84" y="40"/>
                    </a:cubicBezTo>
                    <a:cubicBezTo>
                      <a:pt x="83" y="40"/>
                      <a:pt x="83" y="40"/>
                      <a:pt x="82" y="40"/>
                    </a:cubicBezTo>
                    <a:cubicBezTo>
                      <a:pt x="80" y="39"/>
                      <a:pt x="78" y="38"/>
                      <a:pt x="76" y="37"/>
                    </a:cubicBezTo>
                    <a:cubicBezTo>
                      <a:pt x="69" y="35"/>
                      <a:pt x="61" y="34"/>
                      <a:pt x="51" y="34"/>
                    </a:cubicBezTo>
                    <a:cubicBezTo>
                      <a:pt x="41" y="34"/>
                      <a:pt x="32" y="35"/>
                      <a:pt x="26" y="37"/>
                    </a:cubicBezTo>
                    <a:cubicBezTo>
                      <a:pt x="23" y="38"/>
                      <a:pt x="21" y="39"/>
                      <a:pt x="19" y="40"/>
                    </a:cubicBezTo>
                    <a:cubicBezTo>
                      <a:pt x="17" y="41"/>
                      <a:pt x="16" y="40"/>
                      <a:pt x="15" y="39"/>
                    </a:cubicBezTo>
                    <a:cubicBezTo>
                      <a:pt x="14" y="37"/>
                      <a:pt x="15" y="35"/>
                      <a:pt x="16" y="35"/>
                    </a:cubicBezTo>
                    <a:cubicBezTo>
                      <a:pt x="25" y="30"/>
                      <a:pt x="36" y="28"/>
                      <a:pt x="51" y="28"/>
                    </a:cubicBezTo>
                    <a:cubicBezTo>
                      <a:pt x="65" y="28"/>
                      <a:pt x="77" y="30"/>
                      <a:pt x="85" y="35"/>
                    </a:cubicBezTo>
                    <a:cubicBezTo>
                      <a:pt x="87" y="35"/>
                      <a:pt x="87" y="37"/>
                      <a:pt x="86" y="39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34" name="矩形 33"/>
          <p:cNvSpPr/>
          <p:nvPr/>
        </p:nvSpPr>
        <p:spPr>
          <a:xfrm>
            <a:off x="1221105" y="3398520"/>
            <a:ext cx="2129155" cy="230187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用户注册与登录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图像上传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预览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标准答案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结果导出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历史记录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006975" y="2381885"/>
            <a:ext cx="1492250" cy="71945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  <a:endParaRPr lang="zh-CN" altLang="en-US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9048115" y="2381885"/>
            <a:ext cx="1193165" cy="71945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学生端</a:t>
            </a:r>
            <a:endParaRPr lang="zh-CN" altLang="en-US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906010" y="3429000"/>
            <a:ext cx="2129155" cy="230187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图像预处理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OCR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答案匹配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得分计算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保存记录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754745" y="3398520"/>
            <a:ext cx="2129155" cy="230187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用户注册与登录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查看结果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历史记录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6" name="图片 45" descr="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  <p:bldP spid="23" grpId="0"/>
      <p:bldP spid="34" grpId="0"/>
      <p:bldP spid="36" grpId="0"/>
      <p:bldP spid="43" grpId="0"/>
      <p:bldP spid="44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501459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评估数据集的选择与处理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311400" y="4171950"/>
            <a:ext cx="3698875" cy="1859280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对以下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OCR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模型进行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性能评估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PaddleOCR-v6-medium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PP-OCR-v5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EasyOCR-Chinese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9940" y="1249045"/>
            <a:ext cx="5231765" cy="185864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huggingface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chinese_text_recognition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数据集：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中文印刷体数据集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自带模糊、倾斜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249920" y="1900555"/>
            <a:ext cx="2836545" cy="299783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预处理（模拟上传图片的复杂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环境）：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原图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降低亮度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运动模糊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阴影遮挡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旋转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透视变换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右箭头 23"/>
          <p:cNvSpPr/>
          <p:nvPr/>
        </p:nvSpPr>
        <p:spPr>
          <a:xfrm rot="660000">
            <a:off x="5942965" y="2301240"/>
            <a:ext cx="1750695" cy="6115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右箭头 35"/>
          <p:cNvSpPr/>
          <p:nvPr/>
        </p:nvSpPr>
        <p:spPr>
          <a:xfrm rot="9780000">
            <a:off x="5934710" y="4208780"/>
            <a:ext cx="1750695" cy="6115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 descr="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  <p:bldP spid="34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309562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预处理效果展示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c125f7ce5ac07c77e2e559403694a94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0010" y="2920365"/>
            <a:ext cx="6020435" cy="826770"/>
          </a:xfrm>
          <a:prstGeom prst="rect">
            <a:avLst/>
          </a:prstGeom>
        </p:spPr>
      </p:pic>
      <p:pic>
        <p:nvPicPr>
          <p:cNvPr id="4" name="图片 3" descr="71a7fcfd2415d2d656cc561dfc84eaf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5" y="1929765"/>
            <a:ext cx="6019800" cy="533400"/>
          </a:xfrm>
          <a:prstGeom prst="rect">
            <a:avLst/>
          </a:prstGeom>
        </p:spPr>
      </p:pic>
      <p:pic>
        <p:nvPicPr>
          <p:cNvPr id="8" name="图片 7" descr="d7dbee9090421b2e4cd12f63011ca0e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75" y="4085590"/>
            <a:ext cx="6019800" cy="533400"/>
          </a:xfrm>
          <a:prstGeom prst="rect">
            <a:avLst/>
          </a:prstGeom>
        </p:spPr>
      </p:pic>
      <p:pic>
        <p:nvPicPr>
          <p:cNvPr id="9" name="图片 8" descr="2a3562baff3dacf978b4505c645660a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010" y="4963160"/>
            <a:ext cx="6019800" cy="5334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750570" y="1965325"/>
            <a:ext cx="3495040" cy="58229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降低亮度（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low-light)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50570" y="3042285"/>
            <a:ext cx="3495040" cy="58229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运动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模糊（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motion-blur)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0570" y="4083050"/>
            <a:ext cx="3495040" cy="58229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随机阴影（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shadow)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50570" y="4914265"/>
            <a:ext cx="4264660" cy="58229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旋转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透视变换（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skew-perspective)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  <p:bldP spid="11" grpId="0"/>
      <p:bldP spid="12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3502660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模型评估结果分析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8550" y="1558925"/>
            <a:ext cx="7454900" cy="14097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272030" y="3310890"/>
            <a:ext cx="7870825" cy="3345180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PaddleOCR-v6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准确率全面领先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：原图准确率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91.4%，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相比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v5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18%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，且推理速度快20%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motion_blur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是通用弱点：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v6 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跌至 65.3%、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v5 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跌至 50.1%、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EasyOCR 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 0.2%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shadow / skew 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 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v6 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几乎无影响：保持 90%+ 准确率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PaddleOCR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模型中文准确率断层：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EasyOCR 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不到 30%，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DocTR/Surya 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等其他模型经评估后，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结果表明不支持中文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>
            <p:custDataLst>
              <p:tags r:id="rId1"/>
            </p:custDataLst>
          </p:nvPr>
        </p:nvCxnSpPr>
        <p:spPr>
          <a:xfrm>
            <a:off x="3261437" y="1619962"/>
            <a:ext cx="8934450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4852016" y="1257300"/>
            <a:ext cx="976380" cy="767990"/>
            <a:chOff x="5389226" y="1257300"/>
            <a:chExt cx="976380" cy="767990"/>
          </a:xfrm>
        </p:grpSpPr>
        <p:sp>
          <p:nvSpPr>
            <p:cNvPr id="11" name="矩形 10"/>
            <p:cNvSpPr/>
            <p:nvPr>
              <p:custDataLst>
                <p:tags r:id="rId3"/>
              </p:custDataLst>
            </p:nvPr>
          </p:nvSpPr>
          <p:spPr>
            <a:xfrm>
              <a:off x="5493421" y="1257300"/>
              <a:ext cx="767990" cy="76799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5389226" y="1351966"/>
              <a:ext cx="97638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5"/>
            </p:custDataLst>
          </p:nvPr>
        </p:nvGrpSpPr>
        <p:grpSpPr>
          <a:xfrm>
            <a:off x="7230652" y="1257300"/>
            <a:ext cx="976380" cy="767990"/>
            <a:chOff x="7767862" y="1257300"/>
            <a:chExt cx="976380" cy="767990"/>
          </a:xfrm>
        </p:grpSpPr>
        <p:sp>
          <p:nvSpPr>
            <p:cNvPr id="12" name="矩形 11"/>
            <p:cNvSpPr/>
            <p:nvPr>
              <p:custDataLst>
                <p:tags r:id="rId6"/>
              </p:custDataLst>
            </p:nvPr>
          </p:nvSpPr>
          <p:spPr>
            <a:xfrm>
              <a:off x="7850724" y="1257300"/>
              <a:ext cx="767990" cy="76799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>
              <p:custDataLst>
                <p:tags r:id="rId7"/>
              </p:custDataLst>
            </p:nvPr>
          </p:nvSpPr>
          <p:spPr>
            <a:xfrm>
              <a:off x="7767862" y="1351966"/>
              <a:ext cx="97638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8"/>
            </p:custDataLst>
          </p:nvPr>
        </p:nvGrpSpPr>
        <p:grpSpPr>
          <a:xfrm>
            <a:off x="9641287" y="1257300"/>
            <a:ext cx="976380" cy="767990"/>
            <a:chOff x="10178497" y="1257300"/>
            <a:chExt cx="976380" cy="767990"/>
          </a:xfrm>
        </p:grpSpPr>
        <p:sp>
          <p:nvSpPr>
            <p:cNvPr id="13" name="矩形 12"/>
            <p:cNvSpPr/>
            <p:nvPr>
              <p:custDataLst>
                <p:tags r:id="rId9"/>
              </p:custDataLst>
            </p:nvPr>
          </p:nvSpPr>
          <p:spPr>
            <a:xfrm>
              <a:off x="10282692" y="1257300"/>
              <a:ext cx="767990" cy="76799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>
              <p:custDataLst>
                <p:tags r:id="rId10"/>
              </p:custDataLst>
            </p:nvPr>
          </p:nvSpPr>
          <p:spPr>
            <a:xfrm>
              <a:off x="10178497" y="1351966"/>
              <a:ext cx="97638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4631895" y="2249325"/>
            <a:ext cx="146685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6930267" y="2273152"/>
            <a:ext cx="166497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>
                <a:solidFill>
                  <a:schemeClr val="tx1"/>
                </a:solidFill>
              </a:rPr>
              <a:t>OCR</a:t>
            </a:r>
            <a:r>
              <a:rPr lang="zh-CN" altLang="en-US" sz="2800" dirty="0">
                <a:solidFill>
                  <a:schemeClr val="tx1"/>
                </a:solidFill>
              </a:rPr>
              <a:t>引擎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9600235" y="2264657"/>
            <a:ext cx="1233805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800" dirty="0">
                <a:solidFill>
                  <a:schemeClr val="tx1"/>
                </a:solidFill>
              </a:rPr>
              <a:t>AI</a:t>
            </a:r>
            <a:r>
              <a:rPr lang="zh-CN" altLang="en-US" sz="2800" dirty="0">
                <a:solidFill>
                  <a:schemeClr val="tx1"/>
                </a:solidFill>
              </a:rPr>
              <a:t>纠错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cxnSp>
        <p:nvCxnSpPr>
          <p:cNvPr id="30" name="直接连接符 29"/>
          <p:cNvCxnSpPr/>
          <p:nvPr>
            <p:custDataLst>
              <p:tags r:id="rId14"/>
            </p:custDataLst>
          </p:nvPr>
        </p:nvCxnSpPr>
        <p:spPr>
          <a:xfrm>
            <a:off x="-15118" y="4610812"/>
            <a:ext cx="9144635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>
            <p:custDataLst>
              <p:tags r:id="rId15"/>
            </p:custDataLst>
          </p:nvPr>
        </p:nvGrpSpPr>
        <p:grpSpPr>
          <a:xfrm>
            <a:off x="1760246" y="4248150"/>
            <a:ext cx="976380" cy="767990"/>
            <a:chOff x="2811806" y="4248150"/>
            <a:chExt cx="976380" cy="767990"/>
          </a:xfrm>
        </p:grpSpPr>
        <p:sp>
          <p:nvSpPr>
            <p:cNvPr id="31" name="矩形 30"/>
            <p:cNvSpPr/>
            <p:nvPr>
              <p:custDataLst>
                <p:tags r:id="rId16"/>
              </p:custDataLst>
            </p:nvPr>
          </p:nvSpPr>
          <p:spPr>
            <a:xfrm>
              <a:off x="2916001" y="4248150"/>
              <a:ext cx="767990" cy="76799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>
              <p:custDataLst>
                <p:tags r:id="rId17"/>
              </p:custDataLst>
            </p:nvPr>
          </p:nvSpPr>
          <p:spPr>
            <a:xfrm>
              <a:off x="2811806" y="4342816"/>
              <a:ext cx="97638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18"/>
            </p:custDataLst>
          </p:nvPr>
        </p:nvGrpSpPr>
        <p:grpSpPr>
          <a:xfrm>
            <a:off x="4138882" y="4248150"/>
            <a:ext cx="976380" cy="767990"/>
            <a:chOff x="5190442" y="4248150"/>
            <a:chExt cx="976380" cy="767990"/>
          </a:xfrm>
        </p:grpSpPr>
        <p:sp>
          <p:nvSpPr>
            <p:cNvPr id="32" name="矩形 31"/>
            <p:cNvSpPr/>
            <p:nvPr>
              <p:custDataLst>
                <p:tags r:id="rId19"/>
              </p:custDataLst>
            </p:nvPr>
          </p:nvSpPr>
          <p:spPr>
            <a:xfrm>
              <a:off x="5273304" y="4248150"/>
              <a:ext cx="767990" cy="76799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20"/>
              </p:custDataLst>
            </p:nvPr>
          </p:nvSpPr>
          <p:spPr>
            <a:xfrm>
              <a:off x="5190442" y="4342816"/>
              <a:ext cx="97638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21"/>
            </p:custDataLst>
          </p:nvPr>
        </p:nvGrpSpPr>
        <p:grpSpPr>
          <a:xfrm>
            <a:off x="6549517" y="4248150"/>
            <a:ext cx="976380" cy="767990"/>
            <a:chOff x="7601077" y="4248150"/>
            <a:chExt cx="976380" cy="767990"/>
          </a:xfrm>
        </p:grpSpPr>
        <p:sp>
          <p:nvSpPr>
            <p:cNvPr id="33" name="矩形 32"/>
            <p:cNvSpPr/>
            <p:nvPr>
              <p:custDataLst>
                <p:tags r:id="rId22"/>
              </p:custDataLst>
            </p:nvPr>
          </p:nvSpPr>
          <p:spPr>
            <a:xfrm>
              <a:off x="7705272" y="4248150"/>
              <a:ext cx="767990" cy="76799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>
              <p:custDataLst>
                <p:tags r:id="rId23"/>
              </p:custDataLst>
            </p:nvPr>
          </p:nvSpPr>
          <p:spPr>
            <a:xfrm>
              <a:off x="7601077" y="4342816"/>
              <a:ext cx="97638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文本框 38"/>
          <p:cNvSpPr txBox="1"/>
          <p:nvPr>
            <p:custDataLst>
              <p:tags r:id="rId24"/>
            </p:custDataLst>
          </p:nvPr>
        </p:nvSpPr>
        <p:spPr>
          <a:xfrm>
            <a:off x="9040283" y="5240286"/>
            <a:ext cx="89281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打包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25"/>
            </p:custDataLst>
          </p:nvPr>
        </p:nvSpPr>
        <p:spPr>
          <a:xfrm>
            <a:off x="1446516" y="5233289"/>
            <a:ext cx="160401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图像处理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>
            <p:custDataLst>
              <p:tags r:id="rId26"/>
            </p:custDataLst>
          </p:nvPr>
        </p:nvSpPr>
        <p:spPr>
          <a:xfrm>
            <a:off x="6413538" y="5230649"/>
            <a:ext cx="124841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数据库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4" name="组合 3"/>
          <p:cNvGrpSpPr/>
          <p:nvPr>
            <p:custDataLst>
              <p:tags r:id="rId27"/>
            </p:custDataLst>
          </p:nvPr>
        </p:nvGrpSpPr>
        <p:grpSpPr>
          <a:xfrm>
            <a:off x="8936482" y="4248150"/>
            <a:ext cx="976380" cy="767990"/>
            <a:chOff x="7601077" y="4248150"/>
            <a:chExt cx="976380" cy="767990"/>
          </a:xfrm>
        </p:grpSpPr>
        <p:sp>
          <p:nvSpPr>
            <p:cNvPr id="16" name="矩形 15"/>
            <p:cNvSpPr/>
            <p:nvPr>
              <p:custDataLst>
                <p:tags r:id="rId28"/>
              </p:custDataLst>
            </p:nvPr>
          </p:nvSpPr>
          <p:spPr>
            <a:xfrm>
              <a:off x="7705272" y="4248150"/>
              <a:ext cx="767990" cy="76799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>
              <p:custDataLst>
                <p:tags r:id="rId29"/>
              </p:custDataLst>
            </p:nvPr>
          </p:nvSpPr>
          <p:spPr>
            <a:xfrm>
              <a:off x="7601077" y="4342816"/>
              <a:ext cx="97638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30"/>
            </p:custDataLst>
          </p:nvPr>
        </p:nvGrpSpPr>
        <p:grpSpPr>
          <a:xfrm>
            <a:off x="2390756" y="1257300"/>
            <a:ext cx="976380" cy="767990"/>
            <a:chOff x="5389226" y="1257300"/>
            <a:chExt cx="976380" cy="767990"/>
          </a:xfrm>
        </p:grpSpPr>
        <p:sp>
          <p:nvSpPr>
            <p:cNvPr id="22" name="矩形 21"/>
            <p:cNvSpPr/>
            <p:nvPr>
              <p:custDataLst>
                <p:tags r:id="rId31"/>
              </p:custDataLst>
            </p:nvPr>
          </p:nvSpPr>
          <p:spPr>
            <a:xfrm>
              <a:off x="5493421" y="1257300"/>
              <a:ext cx="767990" cy="76799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>
              <p:custDataLst>
                <p:tags r:id="rId32"/>
              </p:custDataLst>
            </p:nvPr>
          </p:nvSpPr>
          <p:spPr>
            <a:xfrm>
              <a:off x="5389226" y="1351966"/>
              <a:ext cx="976380" cy="65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文本框 36"/>
          <p:cNvSpPr txBox="1"/>
          <p:nvPr>
            <p:custDataLst>
              <p:tags r:id="rId33"/>
            </p:custDataLst>
          </p:nvPr>
        </p:nvSpPr>
        <p:spPr>
          <a:xfrm>
            <a:off x="2114755" y="2249325"/>
            <a:ext cx="1532255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4"/>
            </p:custDataLst>
          </p:nvPr>
        </p:nvSpPr>
        <p:spPr>
          <a:xfrm>
            <a:off x="3803636" y="5240274"/>
            <a:ext cx="160401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模糊匹配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>
            <p:custDataLst>
              <p:tags r:id="rId35"/>
            </p:custDataLst>
          </p:nvPr>
        </p:nvSpPr>
        <p:spPr>
          <a:xfrm>
            <a:off x="2114755" y="2912900"/>
            <a:ext cx="1555750" cy="36703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PyQt5 5.15+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47" name="圆角矩形 46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701040" y="144780"/>
            <a:ext cx="3502660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技术选型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36"/>
            </p:custDataLst>
          </p:nvPr>
        </p:nvSpPr>
        <p:spPr>
          <a:xfrm>
            <a:off x="4677615" y="2908455"/>
            <a:ext cx="1321435" cy="36703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Flask 3.0+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37"/>
            </p:custDataLst>
          </p:nvPr>
        </p:nvSpPr>
        <p:spPr>
          <a:xfrm>
            <a:off x="6863285" y="2915440"/>
            <a:ext cx="2245360" cy="64389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PaddleOCR-v6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PaddlePaddle 3.0+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38"/>
            </p:custDataLst>
          </p:nvPr>
        </p:nvSpPr>
        <p:spPr>
          <a:xfrm>
            <a:off x="9179560" y="2912745"/>
            <a:ext cx="2395220" cy="64389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OpenAI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兼容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DeepSeek/GPT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等）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39"/>
            </p:custDataLst>
          </p:nvPr>
        </p:nvSpPr>
        <p:spPr>
          <a:xfrm>
            <a:off x="1494995" y="5814850"/>
            <a:ext cx="1647190" cy="36703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OpenCV 4.8+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40"/>
            </p:custDataLst>
          </p:nvPr>
        </p:nvSpPr>
        <p:spPr>
          <a:xfrm>
            <a:off x="3774645" y="5814850"/>
            <a:ext cx="2347595" cy="64389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FuzzyWuzzy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python-Levenshtein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41"/>
            </p:custDataLst>
          </p:nvPr>
        </p:nvSpPr>
        <p:spPr>
          <a:xfrm>
            <a:off x="6352110" y="5761510"/>
            <a:ext cx="2152650" cy="64389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SQLite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SQLAlchemy 2.0+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42"/>
            </p:custDataLst>
          </p:nvPr>
        </p:nvSpPr>
        <p:spPr>
          <a:xfrm>
            <a:off x="8860360" y="5756430"/>
            <a:ext cx="1294765" cy="36703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PyInstaller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7" name="图片 56" descr="logo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3" grpId="0"/>
      <p:bldP spid="25" grpId="0"/>
      <p:bldP spid="27" grpId="0"/>
      <p:bldP spid="39" grpId="0"/>
      <p:bldP spid="43" grpId="0"/>
      <p:bldP spid="45" grpId="0"/>
      <p:bldP spid="37" grpId="0"/>
      <p:bldP spid="38" grpId="0"/>
      <p:bldP spid="40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356298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系统架构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7220" y="950595"/>
            <a:ext cx="7759065" cy="4813300"/>
          </a:xfrm>
          <a:prstGeom prst="rect">
            <a:avLst/>
          </a:prstGeom>
        </p:spPr>
      </p:pic>
      <p:pic>
        <p:nvPicPr>
          <p:cNvPr id="20" name="图片 19" descr="log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476059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用户认证与账号管理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529080" y="1887855"/>
          <a:ext cx="9427845" cy="348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4725"/>
                <a:gridCol w="1125855"/>
                <a:gridCol w="60572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</a:rPr>
                        <a:t>接口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</a:rPr>
                        <a:t>方法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</a:rPr>
                        <a:t>作用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/api/auth/login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  <a:sym typeface="+mn-ea"/>
                        </a:rPr>
                        <a:t>POST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1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、接收用户名、密码，数据库</a:t>
                      </a:r>
                      <a:r>
                        <a:rPr lang="zh-CN" altLang="en-US" b="0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明文校验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账号密码；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2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、登录成功返回用户 </a:t>
                      </a: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ID、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角色、昵称，前端存储用户 </a:t>
                      </a: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ID 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在</a:t>
                      </a:r>
                      <a:r>
                        <a:rPr lang="zh-CN" altLang="en-US" b="0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请求头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用于后续</a:t>
                      </a:r>
                      <a:r>
                        <a:rPr lang="zh-CN" altLang="en-US" b="0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身份校验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；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3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、记录用户登录行为日志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/api/users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GET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支持按</a:t>
                      </a: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teacher/student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角色筛选查询所有账号，用于教师后台用户管理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/api/users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POST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支持创建教师 / 学生账号，</a:t>
                      </a:r>
                      <a:r>
                        <a:rPr lang="zh-CN" altLang="en-US" b="0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校验用户名唯一性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，重复用户名抛出异常拦截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/api/users/&lt;user_id&gt;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DELETE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限制：不能删除当前登录账号、</a:t>
                      </a:r>
                      <a:r>
                        <a:rPr lang="zh-CN" altLang="en-US" b="0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不能删除系统最后一位教师账号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，避免系统无管理员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20" name="图片 19" descr="log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409003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图像预处理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063625" y="1924685"/>
            <a:ext cx="1870710" cy="64770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>
                <a:ea typeface="+mn-lt"/>
                <a:cs typeface="+mn-lt"/>
              </a:rPr>
              <a:t>灰度化</a:t>
            </a:r>
            <a:endParaRPr lang="zh-CN" altLang="en-US" sz="2800" b="1">
              <a:ea typeface="+mn-lt"/>
              <a:cs typeface="+mn-lt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063625" y="4030980"/>
            <a:ext cx="1870710" cy="64770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>
                <a:ea typeface="+mn-lt"/>
                <a:cs typeface="+mn-lt"/>
              </a:rPr>
              <a:t>去噪</a:t>
            </a:r>
            <a:endParaRPr lang="zh-CN" altLang="en-US" sz="2800" b="1">
              <a:ea typeface="+mn-lt"/>
              <a:cs typeface="+mn-lt"/>
            </a:endParaRPr>
          </a:p>
        </p:txBody>
      </p:sp>
      <p:sp>
        <p:nvSpPr>
          <p:cNvPr id="11" name="下箭头 10"/>
          <p:cNvSpPr/>
          <p:nvPr/>
        </p:nvSpPr>
        <p:spPr>
          <a:xfrm>
            <a:off x="1663700" y="2936240"/>
            <a:ext cx="671195" cy="647065"/>
          </a:xfrm>
          <a:prstGeom prst="downArrow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800" b="1">
              <a:ea typeface="+mn-lt"/>
              <a:cs typeface="+mn-lt"/>
              <a:sym typeface="+mn-ea"/>
            </a:endParaRPr>
          </a:p>
        </p:txBody>
      </p:sp>
      <p:sp>
        <p:nvSpPr>
          <p:cNvPr id="12" name="下箭头 11"/>
          <p:cNvSpPr/>
          <p:nvPr/>
        </p:nvSpPr>
        <p:spPr>
          <a:xfrm>
            <a:off x="1663700" y="5140325"/>
            <a:ext cx="671195" cy="647065"/>
          </a:xfrm>
          <a:prstGeom prst="downArrow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800" b="1">
              <a:ea typeface="+mn-lt"/>
              <a:cs typeface="+mn-lt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3501390" y="1856105"/>
            <a:ext cx="74942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转为灰度图像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cv2.cvtColor(img, cv2.COLOR_BGR2GRAY)</a:t>
            </a:r>
            <a:endParaRPr lang="en-US" altLang="zh-CN" b="1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3501390" y="3882390"/>
            <a:ext cx="758698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非局部均值降噪（灰度图像，降噪强度系数，</a:t>
            </a:r>
            <a:r>
              <a:rPr lang="zh-CN" altLang="en-US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模板窗口大小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全局搜索窗口大小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）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>
                <a:latin typeface="微软雅黑" charset="0"/>
                <a:ea typeface="微软雅黑" charset="0"/>
                <a:cs typeface="微软雅黑" charset="0"/>
              </a:rPr>
              <a:t>cv2.fastNlMeansDenoising(gray, h=10, templateWindowSize=7, searchWindowSize=21)</a:t>
            </a:r>
            <a:endParaRPr lang="en-US" altLang="zh-CN" b="1">
              <a:latin typeface="微软雅黑" charset="0"/>
              <a:ea typeface="微软雅黑" charset="0"/>
              <a:cs typeface="微软雅黑" charset="0"/>
            </a:endParaRPr>
          </a:p>
          <a:p>
            <a:endParaRPr lang="en-US" altLang="zh-CN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409003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图像预处理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062990" y="1967230"/>
            <a:ext cx="1870710" cy="64770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>
                <a:ea typeface="+mn-lt"/>
                <a:cs typeface="+mn-lt"/>
              </a:rPr>
              <a:t>纠偏</a:t>
            </a:r>
            <a:endParaRPr lang="zh-CN" altLang="en-US" sz="2800" b="1">
              <a:ea typeface="+mn-lt"/>
              <a:cs typeface="+mn-lt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062990" y="5210175"/>
            <a:ext cx="1870710" cy="64770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>
                <a:ea typeface="+mn-lt"/>
                <a:cs typeface="+mn-lt"/>
              </a:rPr>
              <a:t>二值化</a:t>
            </a:r>
            <a:endParaRPr lang="zh-CN" altLang="en-US" sz="2800" b="1">
              <a:ea typeface="+mn-lt"/>
              <a:cs typeface="+mn-lt"/>
            </a:endParaRPr>
          </a:p>
        </p:txBody>
      </p:sp>
      <p:sp>
        <p:nvSpPr>
          <p:cNvPr id="13" name="下箭头 12"/>
          <p:cNvSpPr/>
          <p:nvPr/>
        </p:nvSpPr>
        <p:spPr>
          <a:xfrm>
            <a:off x="1663065" y="3726180"/>
            <a:ext cx="671195" cy="647065"/>
          </a:xfrm>
          <a:prstGeom prst="downArrow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ea typeface="+mn-lt"/>
                <a:cs typeface="+mn-lt"/>
                <a:sym typeface="+mn-ea"/>
              </a:rPr>
              <a:t> </a:t>
            </a:r>
            <a:endParaRPr lang="en-US" altLang="zh-CN" sz="2800" b="1">
              <a:ea typeface="+mn-lt"/>
              <a:cs typeface="+mn-lt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3234055" y="756285"/>
            <a:ext cx="8786495" cy="4403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1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、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Canny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边缘检测（灰度图像，</a:t>
            </a:r>
            <a:r>
              <a:rPr lang="zh-CN" altLang="en-US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低阈值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高阈值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卷积核尺寸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）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>
                <a:latin typeface="微软雅黑" charset="0"/>
                <a:ea typeface="微软雅黑" charset="0"/>
                <a:cs typeface="微软雅黑" charset="0"/>
              </a:rPr>
              <a:t>cv2.Canny(gray, 50, 150, 3)	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、概率霍夫直线检测（边缘二值图，像素步长，角度步长，</a:t>
            </a:r>
            <a:r>
              <a:rPr lang="zh-CN" altLang="en-US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判定为直线的阈值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最小线段长度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en-US" altLang="zh-CN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同一条直线上允许的最大间断距离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）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>
                <a:latin typeface="微软雅黑" charset="0"/>
                <a:ea typeface="微软雅黑" charset="0"/>
                <a:cs typeface="微软雅黑" charset="0"/>
              </a:rPr>
              <a:t>cv2.HoughLinesP(edges, 1, np.pi / 180, 100, 100, 10)</a:t>
            </a:r>
            <a:endParaRPr lang="en-US" altLang="zh-CN" b="1">
              <a:latin typeface="微软雅黑" charset="0"/>
              <a:ea typeface="微软雅黑" charset="0"/>
              <a:cs typeface="微软雅黑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3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、获取旋转仿射变换矩阵（图片中心，</a:t>
            </a:r>
            <a:r>
              <a:rPr lang="zh-CN" altLang="en-US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需要旋转的角度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缩放系数）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>
                <a:latin typeface="微软雅黑" charset="0"/>
                <a:ea typeface="微软雅黑" charset="0"/>
                <a:cs typeface="微软雅黑" charset="0"/>
              </a:rPr>
              <a:t>cv2.getRotationMatrix2D(center, median_angle, 1.0)</a:t>
            </a:r>
            <a:endParaRPr lang="en-US" altLang="zh-CN" b="1">
              <a:latin typeface="微软雅黑" charset="0"/>
              <a:ea typeface="微软雅黑" charset="0"/>
              <a:cs typeface="微软雅黑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4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、执行仿射旋转变换（原始灰度图，仿射变换矩阵，输出图像的宽高，像素高精度填充策略，边界填充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方式）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>
                <a:latin typeface="微软雅黑" charset="0"/>
                <a:ea typeface="微软雅黑" charset="0"/>
                <a:cs typeface="微软雅黑" charset="0"/>
              </a:rPr>
              <a:t>cv2.warpAffine(gray, M, (w, h), cv2.INTER_CUBIC, cv2.BORDER_REPLICATE)</a:t>
            </a:r>
            <a:endParaRPr lang="en-US" altLang="zh-CN" b="1">
              <a:latin typeface="微软雅黑" charset="0"/>
              <a:ea typeface="微软雅黑" charset="0"/>
              <a:cs typeface="微软雅黑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3237865" y="4993005"/>
            <a:ext cx="821245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自适应高斯局部阈值二值化（灰度图，</a:t>
            </a:r>
            <a:r>
              <a:rPr lang="zh-CN" altLang="en-US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超阈值后的设定值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，高斯加权平均法，</a:t>
            </a:r>
            <a:r>
              <a:rPr lang="zh-CN" altLang="en-US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二值化规则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，局部窗口尺寸，偏移常量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C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）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>
                <a:latin typeface="微软雅黑" charset="0"/>
                <a:ea typeface="微软雅黑" charset="0"/>
                <a:cs typeface="微软雅黑" charset="0"/>
              </a:rPr>
              <a:t>cv2.adaptiveThreshold(gray, 255, cv2.ADAPTIVE_THRESH_GAUSSIAN_C, cv2.THRESH_BINARY, 11, 2)</a:t>
            </a:r>
            <a:endParaRPr lang="en-US" altLang="zh-CN" b="1">
              <a:latin typeface="微软雅黑" charset="0"/>
              <a:ea typeface="微软雅黑" charset="0"/>
              <a:cs typeface="微软雅黑" charset="0"/>
            </a:endParaRPr>
          </a:p>
          <a:p>
            <a:endParaRPr lang="en-US" altLang="zh-CN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409003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OCR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引擎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990" y="1120140"/>
            <a:ext cx="4489450" cy="367792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35990" y="5015865"/>
            <a:ext cx="37960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Arial" panose="020B0604020202090204" pitchFamily="34" charset="0"/>
                <a:ea typeface="+mn-lt"/>
              </a:rPr>
              <a:t>模型部署策略：</a:t>
            </a:r>
            <a:endParaRPr lang="zh-CN" altLang="en-US">
              <a:latin typeface="Arial" panose="020B0604020202090204" pitchFamily="34" charset="0"/>
              <a:ea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Arial" panose="020B0604020202090204" pitchFamily="34" charset="0"/>
                <a:ea typeface="+mn-lt"/>
              </a:rPr>
              <a:t>本地模型优先，自动降级在线下载</a:t>
            </a:r>
            <a:endParaRPr lang="zh-CN" altLang="en-US">
              <a:latin typeface="Arial" panose="020B0604020202090204" pitchFamily="34" charset="0"/>
              <a:ea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775" y="1120140"/>
            <a:ext cx="5050790" cy="24244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00775" y="5015865"/>
            <a:ext cx="5147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Arial" panose="020B0604020202090204" pitchFamily="34" charset="0"/>
                <a:ea typeface="+mn-lt"/>
              </a:rPr>
              <a:t>全局单例 </a:t>
            </a:r>
            <a:r>
              <a:rPr lang="en-US" altLang="zh-CN">
                <a:latin typeface="Arial" panose="020B0604020202090204" pitchFamily="34" charset="0"/>
                <a:ea typeface="+mn-lt"/>
              </a:rPr>
              <a:t>OCR </a:t>
            </a:r>
            <a:r>
              <a:rPr lang="zh-CN" altLang="en-US">
                <a:latin typeface="Arial" panose="020B0604020202090204" pitchFamily="34" charset="0"/>
                <a:ea typeface="+mn-lt"/>
              </a:rPr>
              <a:t>实例设计：</a:t>
            </a:r>
            <a:endParaRPr lang="zh-CN" altLang="en-US">
              <a:latin typeface="Arial" panose="020B0604020202090204" pitchFamily="34" charset="0"/>
              <a:ea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Arial" panose="020B0604020202090204" pitchFamily="34" charset="0"/>
                <a:ea typeface="+mn-lt"/>
              </a:rPr>
              <a:t>避免重复加载模型造成内存冗余、启动耗时过长</a:t>
            </a:r>
            <a:endParaRPr lang="zh-CN" altLang="en-US">
              <a:latin typeface="Arial" panose="020B0604020202090204" pitchFamily="34" charset="0"/>
              <a:ea typeface="+mn-lt"/>
            </a:endParaRPr>
          </a:p>
        </p:txBody>
      </p: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409003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OCR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引擎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90" y="822960"/>
            <a:ext cx="4959985" cy="58705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802755" y="1427480"/>
            <a:ext cx="4537075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</a:rPr>
              <a:t>支持两种入参：图片文件路径 / 预处理后的</a:t>
            </a:r>
            <a:r>
              <a:rPr lang="en-US" altLang="zh-CN">
                <a:latin typeface="Arial" panose="020B0604020202090204" pitchFamily="34" charset="0"/>
                <a:ea typeface="+mn-lt"/>
              </a:rPr>
              <a:t>np.ndarray</a:t>
            </a:r>
            <a:r>
              <a:rPr lang="zh-CN" altLang="en-US">
                <a:latin typeface="Arial" panose="020B0604020202090204" pitchFamily="34" charset="0"/>
                <a:ea typeface="+mn-lt"/>
              </a:rPr>
              <a:t>图像矩阵</a:t>
            </a:r>
            <a:endParaRPr lang="zh-CN" altLang="en-US">
              <a:latin typeface="Arial" panose="020B0604020202090204" pitchFamily="34" charset="0"/>
              <a:ea typeface="+mn-lt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</a:rPr>
              <a:t>调用 </a:t>
            </a:r>
            <a:r>
              <a:rPr lang="en-US" altLang="zh-CN">
                <a:latin typeface="Arial" panose="020B0604020202090204" pitchFamily="34" charset="0"/>
                <a:ea typeface="+mn-lt"/>
              </a:rPr>
              <a:t>OCR </a:t>
            </a:r>
            <a:r>
              <a:rPr lang="zh-CN" altLang="en-US">
                <a:latin typeface="Arial" panose="020B0604020202090204" pitchFamily="34" charset="0"/>
                <a:ea typeface="+mn-lt"/>
              </a:rPr>
              <a:t>原始识别结果，提取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ea typeface="+mn-lt"/>
              </a:rPr>
              <a:t>文本内容、置信度、四点坐标框</a:t>
            </a:r>
            <a:r>
              <a:rPr lang="zh-CN" altLang="en-US">
                <a:latin typeface="Arial" panose="020B0604020202090204" pitchFamily="34" charset="0"/>
                <a:ea typeface="+mn-lt"/>
              </a:rPr>
              <a:t>三类核心数据</a:t>
            </a:r>
            <a:endParaRPr lang="zh-CN" altLang="en-US">
              <a:latin typeface="Arial" panose="020B0604020202090204" pitchFamily="34" charset="0"/>
              <a:ea typeface="+mn-lt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</a:rPr>
              <a:t>低置信度过滤：低于配置阈值的识别结果直接丢弃，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ea typeface="+mn-lt"/>
              </a:rPr>
              <a:t>过滤模糊噪点误识别内容</a:t>
            </a:r>
            <a:endParaRPr lang="zh-CN" altLang="en-US" b="1">
              <a:latin typeface="Arial" panose="020B0604020202090204" pitchFamily="34" charset="0"/>
              <a:ea typeface="+mn-lt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</a:rPr>
              <a:t>先按纵向 </a:t>
            </a:r>
            <a:r>
              <a:rPr lang="en-US" altLang="zh-CN">
                <a:latin typeface="Arial" panose="020B0604020202090204" pitchFamily="34" charset="0"/>
                <a:ea typeface="+mn-lt"/>
              </a:rPr>
              <a:t>y </a:t>
            </a:r>
            <a:r>
              <a:rPr lang="zh-CN" altLang="en-US">
                <a:latin typeface="Arial" panose="020B0604020202090204" pitchFamily="34" charset="0"/>
                <a:ea typeface="+mn-lt"/>
              </a:rPr>
              <a:t>值分行，同行为横向 </a:t>
            </a:r>
            <a:r>
              <a:rPr lang="en-US" altLang="zh-CN">
                <a:latin typeface="Arial" panose="020B0604020202090204" pitchFamily="34" charset="0"/>
                <a:ea typeface="+mn-lt"/>
              </a:rPr>
              <a:t>x </a:t>
            </a:r>
            <a:r>
              <a:rPr lang="zh-CN" altLang="en-US">
                <a:latin typeface="Arial" panose="020B0604020202090204" pitchFamily="34" charset="0"/>
                <a:ea typeface="+mn-lt"/>
              </a:rPr>
              <a:t>坐标从左到右排序；还原试卷</a:t>
            </a:r>
            <a:r>
              <a:rPr lang="zh-CN" altLang="en-US" b="1">
                <a:solidFill>
                  <a:srgbClr val="FF0000"/>
                </a:solidFill>
                <a:latin typeface="Arial" panose="020B0604020202090204" pitchFamily="34" charset="0"/>
                <a:ea typeface="+mn-lt"/>
              </a:rPr>
              <a:t>从上到下、从左到右</a:t>
            </a:r>
            <a:r>
              <a:rPr lang="zh-CN" altLang="en-US">
                <a:latin typeface="Arial" panose="020B0604020202090204" pitchFamily="34" charset="0"/>
                <a:ea typeface="+mn-lt"/>
              </a:rPr>
              <a:t>的阅读顺序，解决乱序问题</a:t>
            </a:r>
            <a:endParaRPr lang="zh-CN" altLang="en-US">
              <a:latin typeface="Arial" panose="020B0604020202090204" pitchFamily="34" charset="0"/>
              <a:ea typeface="+mn-lt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sym typeface="+mn-ea"/>
              </a:rPr>
              <a:t>封装为自定义</a:t>
            </a:r>
            <a:r>
              <a:rPr lang="en-US" altLang="zh-CN">
                <a:latin typeface="Arial" panose="020B0604020202090204" pitchFamily="34" charset="0"/>
                <a:ea typeface="+mn-lt"/>
                <a:sym typeface="+mn-ea"/>
              </a:rPr>
              <a:t>OcrResult</a:t>
            </a:r>
            <a:r>
              <a:rPr lang="zh-CN" altLang="en-US">
                <a:latin typeface="Arial" panose="020B0604020202090204" pitchFamily="34" charset="0"/>
                <a:ea typeface="+mn-lt"/>
                <a:sym typeface="+mn-ea"/>
              </a:rPr>
              <a:t>结构化对象</a:t>
            </a:r>
            <a:endParaRPr lang="zh-CN" altLang="en-US">
              <a:latin typeface="Arial" panose="020B0604020202090204" pitchFamily="34" charset="0"/>
              <a:ea typeface="+mn-lt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endParaRPr lang="zh-CN" altLang="en-US">
              <a:latin typeface="Arial" panose="020B0604020202090204" pitchFamily="34" charset="0"/>
              <a:ea typeface="+mn-lt"/>
            </a:endParaRPr>
          </a:p>
        </p:txBody>
      </p: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409003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文本解析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271770" y="1185545"/>
            <a:ext cx="6139815" cy="4769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marR="0" lvl="0" indent="-285750" algn="l" defTabSz="914400" rtl="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功</a:t>
            </a:r>
            <a:r>
              <a:rPr lang="en-US" altLang="zh-CN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能：</a:t>
            </a: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将</a:t>
            </a:r>
            <a:r>
              <a:rPr lang="en-US" altLang="zh-CN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OCR</a:t>
            </a: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识别出的文本列表解析为“题号</a:t>
            </a:r>
            <a:r>
              <a:rPr lang="en-US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→</a:t>
            </a: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答案”的映射关系。</a:t>
            </a:r>
            <a:endParaRPr lang="zh-CN" altLang="en-US" dirty="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285750" marR="0" lvl="0" indent="-285750" algn="l" defTabSz="914400" rtl="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输入：排序后的</a:t>
            </a:r>
            <a:r>
              <a:rPr lang="en-US" altLang="zh-CN" dirty="0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OCR</a:t>
            </a:r>
            <a:r>
              <a:rPr lang="zh-CN" altLang="en-US" dirty="0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识别结果列表</a:t>
            </a:r>
            <a:endParaRPr lang="zh-CN" altLang="en-US" dirty="0">
              <a:solidFill>
                <a:srgbClr val="FF0000"/>
              </a:solidFill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285750" marR="0" lvl="0" indent="-285750" algn="l" defTabSz="914400" rtl="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输出：</a:t>
            </a:r>
            <a:r>
              <a:rPr lang="en-US" altLang="zh-CN" dirty="0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{</a:t>
            </a:r>
            <a:r>
              <a:rPr lang="zh-CN" altLang="en-US" dirty="0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题号</a:t>
            </a:r>
            <a:r>
              <a:rPr lang="en-US" altLang="zh-CN" dirty="0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: </a:t>
            </a:r>
            <a:r>
              <a:rPr lang="zh-CN" altLang="en-US" dirty="0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答案文本</a:t>
            </a:r>
            <a:r>
              <a:rPr lang="en-US" altLang="zh-CN" dirty="0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} </a:t>
            </a:r>
            <a:endParaRPr lang="zh-CN" altLang="en-US" dirty="0">
              <a:solidFill>
                <a:srgbClr val="FF0000"/>
              </a:solidFill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285750" marR="0" lvl="0" indent="-285750" algn="l" defTabSz="914400" rtl="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解析算法：</a:t>
            </a:r>
            <a:endParaRPr lang="zh-CN" altLang="en-US" dirty="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342900" marR="0" lvl="0" indent="-342900" algn="l" defTabSz="914400" rtl="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对每条</a:t>
            </a:r>
            <a:r>
              <a:rPr lang="en-US" altLang="zh-CN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OCR</a:t>
            </a: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文本进行正则匹配，</a:t>
            </a: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尝试提取题号。支持的题号格式：</a:t>
            </a:r>
            <a:r>
              <a:rPr lang="en-US" altLang="zh-CN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(1) ，</a:t>
            </a: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（</a:t>
            </a:r>
            <a:r>
              <a:rPr lang="en-US" altLang="zh-CN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1</a:t>
            </a: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）</a:t>
            </a:r>
            <a:r>
              <a:rPr lang="en-US" altLang="zh-CN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，</a:t>
            </a: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第</a:t>
            </a:r>
            <a:r>
              <a:rPr lang="en-US" altLang="zh-CN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1</a:t>
            </a: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题</a:t>
            </a:r>
            <a:r>
              <a:rPr lang="en-US" altLang="zh-CN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，</a:t>
            </a: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例</a:t>
            </a:r>
            <a:r>
              <a:rPr lang="en-US" altLang="zh-CN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1，1.，1</a:t>
            </a: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</a:t>
            </a:r>
            <a:r>
              <a:rPr lang="en-US" altLang="zh-CN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, 1)</a:t>
            </a:r>
            <a:endParaRPr lang="en-US" altLang="zh-CN" dirty="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342900" marR="0" lvl="0" indent="-342900" algn="l" defTabSz="914400" rtl="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匹配成功：记录题号和对应答案文本</a:t>
            </a:r>
            <a:endParaRPr lang="zh-CN" altLang="en-US" dirty="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342900" marR="0" lvl="0" indent="-342900" algn="l" defTabSz="914400" rtl="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dirty="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匹配失败：将文本追加到上一个题号的答案中</a:t>
            </a:r>
            <a:endParaRPr lang="zh-CN" altLang="en-US" dirty="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223" t="163"/>
          <a:stretch>
            <a:fillRect/>
          </a:stretch>
        </p:blipFill>
        <p:spPr>
          <a:xfrm>
            <a:off x="855980" y="912495"/>
            <a:ext cx="4001135" cy="5438775"/>
          </a:xfrm>
          <a:prstGeom prst="rect">
            <a:avLst/>
          </a:prstGeom>
        </p:spPr>
      </p:pic>
      <p:pic>
        <p:nvPicPr>
          <p:cNvPr id="20" name="图片 19" descr="log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409003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批改引擎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1068070" y="931545"/>
            <a:ext cx="25806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微软雅黑" charset="0"/>
                <a:ea typeface="微软雅黑" charset="0"/>
                <a:cs typeface="微软雅黑" charset="0"/>
                <a:sym typeface="+mn-ea"/>
              </a:rPr>
              <a:t>2</a:t>
            </a:r>
            <a:r>
              <a:rPr lang="zh-CN" altLang="en-US" sz="2400">
                <a:latin typeface="微软雅黑" charset="0"/>
                <a:ea typeface="微软雅黑" charset="0"/>
                <a:cs typeface="微软雅黑" charset="0"/>
                <a:sym typeface="+mn-ea"/>
              </a:rPr>
              <a:t>个批量批改入口</a:t>
            </a:r>
            <a:endParaRPr lang="zh-CN" altLang="en-US" sz="240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1079500" y="1710055"/>
          <a:ext cx="10381615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2345"/>
                <a:gridCol w="2248535"/>
                <a:gridCol w="588073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方法名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作用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规则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grade_all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按题号字典匹配批改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根据题目自身题号，去字典中查找对应识别答案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grade_by_position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按顺序位置匹配批改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若</a:t>
                      </a:r>
                      <a:r>
                        <a:rPr lang="en-US" altLang="zh-CN"/>
                        <a:t>OCR </a:t>
                      </a:r>
                      <a:r>
                        <a:rPr lang="zh-CN" altLang="en-US"/>
                        <a:t>识别题目数量 ≥ 试卷题目数，多余识别内容直接舍弃；反之则将未作答的题目得分置为</a:t>
                      </a: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079500" y="3143885"/>
            <a:ext cx="29571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微软雅黑" charset="0"/>
                <a:ea typeface="微软雅黑" charset="0"/>
                <a:cs typeface="微软雅黑" charset="0"/>
                <a:sym typeface="+mn-ea"/>
              </a:rPr>
              <a:t>3</a:t>
            </a:r>
            <a:r>
              <a:rPr lang="zh-CN" altLang="en-US" sz="2400">
                <a:latin typeface="微软雅黑" charset="0"/>
                <a:ea typeface="微软雅黑" charset="0"/>
                <a:cs typeface="微软雅黑" charset="0"/>
                <a:sym typeface="+mn-ea"/>
              </a:rPr>
              <a:t>个预处理工具</a:t>
            </a:r>
            <a:endParaRPr lang="zh-CN" altLang="en-US" sz="240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4"/>
            </p:custDataLst>
          </p:nvPr>
        </p:nvGraphicFramePr>
        <p:xfrm>
          <a:off x="1079500" y="4007485"/>
          <a:ext cx="10381615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7750"/>
                <a:gridCol w="80638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方法名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作用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/>
                        <a:t>_normalize_text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去除首尾、中间所有空白字符；中英文标点符号全部删除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_normalize_math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中文乘除、等号、括号、全角数字统一</a:t>
                      </a: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替换为英文半角标准数学符号；</a:t>
                      </a:r>
                      <a:r>
                        <a:rPr lang="zh-CN" altLang="en-US"/>
                        <a:t>中文大小写数字（一、壹、十等）</a:t>
                      </a: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转换为阿拉伯数字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_safe_eval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仅允许+、-、*、/四种基础运算</a:t>
                      </a:r>
                      <a:r>
                        <a:rPr lang="zh-CN" altLang="en-US"/>
                        <a:t>，禁用危险系统调用，防止注入攻击；可</a:t>
                      </a: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直接计算</a:t>
                      </a:r>
                      <a:r>
                        <a:rPr lang="zh-CN" altLang="en-US"/>
                        <a:t>手写的四则运算表达式得出最终数值答案。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" name="图片 19" descr="logo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409003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批改引擎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1947545" y="968375"/>
            <a:ext cx="2229485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00000"/>
              </a:lnSpc>
            </a:pPr>
            <a:r>
              <a:rPr lang="zh-CN" altLang="en-US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填空题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indent="0" algn="ctr" fontAlgn="auto">
              <a:lnSpc>
                <a:spcPct val="100000"/>
              </a:lnSpc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grade_fill_blank</a:t>
            </a:r>
            <a:endParaRPr lang="en-US" altLang="zh-CN" sz="200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55190" y="1743075"/>
            <a:ext cx="202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90204" pitchFamily="34" charset="0"/>
                <a:cs typeface="Arial" panose="020B0604020202090204" pitchFamily="34" charset="0"/>
              </a:rPr>
              <a:t>_normalize_text</a:t>
            </a:r>
            <a:endParaRPr lang="en-US" altLang="zh-CN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0" name="下箭头 9"/>
          <p:cNvSpPr/>
          <p:nvPr/>
        </p:nvSpPr>
        <p:spPr>
          <a:xfrm>
            <a:off x="2903855" y="2129790"/>
            <a:ext cx="270510" cy="39941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983740" y="2634615"/>
            <a:ext cx="2244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90204" pitchFamily="34" charset="0"/>
                <a:ea typeface="+mn-lt"/>
              </a:rPr>
              <a:t>尝试精确字符串</a:t>
            </a:r>
            <a:r>
              <a:rPr lang="zh-CN" altLang="en-US">
                <a:latin typeface="Arial" panose="020B0604020202090204" pitchFamily="34" charset="0"/>
                <a:ea typeface="+mn-lt"/>
              </a:rPr>
              <a:t>匹配</a:t>
            </a:r>
            <a:endParaRPr lang="zh-CN" altLang="en-US">
              <a:latin typeface="Arial" panose="020B0604020202090204" pitchFamily="34" charset="0"/>
              <a:ea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55420" y="3677285"/>
            <a:ext cx="3745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90204" pitchFamily="34" charset="0"/>
                <a:ea typeface="+mn-lt"/>
              </a:rPr>
              <a:t>尝试模糊相似度匹配（</a:t>
            </a:r>
            <a:r>
              <a:rPr lang="en-US" altLang="zh-CN">
                <a:latin typeface="Arial" panose="020B0604020202090204" pitchFamily="34" charset="0"/>
                <a:ea typeface="+mn-lt"/>
              </a:rPr>
              <a:t>fuzz.ratio）</a:t>
            </a:r>
            <a:endParaRPr lang="en-US" altLang="zh-CN">
              <a:latin typeface="Arial" panose="020B0604020202090204" pitchFamily="34" charset="0"/>
              <a:ea typeface="+mn-lt"/>
            </a:endParaRPr>
          </a:p>
        </p:txBody>
      </p:sp>
      <p:sp>
        <p:nvSpPr>
          <p:cNvPr id="13" name="下箭头 12"/>
          <p:cNvSpPr/>
          <p:nvPr/>
        </p:nvSpPr>
        <p:spPr>
          <a:xfrm>
            <a:off x="2903855" y="3108960"/>
            <a:ext cx="270510" cy="39941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903855" y="4224020"/>
            <a:ext cx="270510" cy="39941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398270" y="4799330"/>
            <a:ext cx="4090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90204" pitchFamily="34" charset="0"/>
                <a:ea typeface="+mn-lt"/>
              </a:rPr>
              <a:t>尝试局部片段匹配（</a:t>
            </a:r>
            <a:r>
              <a:rPr lang="en-US" altLang="zh-CN">
                <a:latin typeface="Arial" panose="020B0604020202090204" pitchFamily="34" charset="0"/>
                <a:ea typeface="+mn-lt"/>
              </a:rPr>
              <a:t>fuzz.partial_ratio）</a:t>
            </a:r>
            <a:endParaRPr lang="en-US" altLang="zh-CN">
              <a:latin typeface="Arial" panose="020B0604020202090204" pitchFamily="34" charset="0"/>
              <a:ea typeface="+mn-lt"/>
            </a:endParaRPr>
          </a:p>
        </p:txBody>
      </p:sp>
      <p:sp>
        <p:nvSpPr>
          <p:cNvPr id="17" name="下箭头 16"/>
          <p:cNvSpPr/>
          <p:nvPr/>
        </p:nvSpPr>
        <p:spPr>
          <a:xfrm>
            <a:off x="2903855" y="5333365"/>
            <a:ext cx="270510" cy="39941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292350" y="5930265"/>
            <a:ext cx="1605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90204" pitchFamily="34" charset="0"/>
                <a:ea typeface="+mn-lt"/>
              </a:rPr>
              <a:t>判定为</a:t>
            </a:r>
            <a:r>
              <a:rPr lang="zh-CN" altLang="en-US">
                <a:latin typeface="Arial" panose="020B0604020202090204" pitchFamily="34" charset="0"/>
                <a:ea typeface="+mn-lt"/>
              </a:rPr>
              <a:t>不匹配</a:t>
            </a:r>
            <a:endParaRPr lang="zh-CN" altLang="en-US">
              <a:latin typeface="Arial" panose="020B0604020202090204" pitchFamily="34" charset="0"/>
              <a:ea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452995" y="2054225"/>
            <a:ext cx="3582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_extract_choices</a:t>
            </a:r>
            <a:endParaRPr lang="en-US" altLang="zh-CN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仅提取文本中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A-F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所有大写字母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sp>
        <p:nvSpPr>
          <p:cNvPr id="21" name="下箭头 20"/>
          <p:cNvSpPr/>
          <p:nvPr/>
        </p:nvSpPr>
        <p:spPr>
          <a:xfrm>
            <a:off x="8928100" y="2848610"/>
            <a:ext cx="297180" cy="17049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8171180" y="4693920"/>
            <a:ext cx="1799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答案子集，部分匹配，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0.5*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总分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sp>
        <p:nvSpPr>
          <p:cNvPr id="23" name="下箭头 22"/>
          <p:cNvSpPr/>
          <p:nvPr/>
        </p:nvSpPr>
        <p:spPr>
          <a:xfrm rot="1080000">
            <a:off x="7285990" y="2885440"/>
            <a:ext cx="336550" cy="174371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下箭头 23"/>
          <p:cNvSpPr/>
          <p:nvPr/>
        </p:nvSpPr>
        <p:spPr>
          <a:xfrm rot="20460000">
            <a:off x="10464165" y="2846070"/>
            <a:ext cx="285750" cy="179959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149340" y="4799330"/>
            <a:ext cx="202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完全匹配，满分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059670" y="4725035"/>
            <a:ext cx="1928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错选或空集，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0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分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7349490" y="961390"/>
            <a:ext cx="3451225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00000"/>
              </a:lnSpc>
            </a:pPr>
            <a:r>
              <a:rPr lang="zh-CN" altLang="en-US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选择题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indent="0" algn="ctr" fontAlgn="auto">
              <a:lnSpc>
                <a:spcPct val="100000"/>
              </a:lnSpc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grade_mu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ltiple_choice</a:t>
            </a:r>
            <a:endParaRPr lang="en-US" altLang="zh-CN" sz="200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28" name="图片 27" descr="logo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409003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批改引擎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4528185" y="898525"/>
            <a:ext cx="2534920" cy="747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00000"/>
              </a:lnSpc>
            </a:pPr>
            <a:r>
              <a:rPr lang="zh-CN" altLang="en-US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计算题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indent="0" algn="ctr" fontAlgn="auto">
              <a:lnSpc>
                <a:spcPct val="100000"/>
              </a:lnSpc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grade_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calculation</a:t>
            </a:r>
            <a:endParaRPr lang="en-US" altLang="zh-CN" sz="200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48385" y="2154555"/>
            <a:ext cx="3536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1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、提取学生作答数值：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  <a:sym typeface="+mn-ea"/>
              </a:rPr>
              <a:t>_extract_numeric_answer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8365" y="2905125"/>
            <a:ext cx="4841875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_normalize_math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数学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格式归一化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尝试截取“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=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”后的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结果数值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没有“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=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”则直接将文本解析为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数值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以上都不满足，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则通过安全 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AST 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四则运算解析表达式，计算出最终结果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解析失败则返回空，降级为归一化后字符串精确匹配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512560" y="2154555"/>
            <a:ext cx="2996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2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、数值容错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比对规则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334760" y="2905125"/>
            <a:ext cx="484187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常规数值：采用相对误差校验，在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容错阈值内为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满分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解析失败，依靠预处理后的字符串完全一致才算正确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计算题只有满分或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0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分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pic>
        <p:nvPicPr>
          <p:cNvPr id="29" name="图片 28" descr="log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409003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纠错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07415" y="1129665"/>
            <a:ext cx="46196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_SYSTEM_PROMPT(</a:t>
            </a:r>
            <a:r>
              <a:rPr lang="zh-CN" altLang="en-US" sz="20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核心规则约束）</a:t>
            </a:r>
            <a:endParaRPr lang="zh-CN" altLang="en-US" sz="20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07415" y="1764665"/>
            <a:ext cx="5085715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OCR 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错误专项修正：修复</a:t>
            </a:r>
            <a:r>
              <a:rPr lang="zh-CN" altLang="en-US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手写高频识别错误</a:t>
            </a:r>
            <a:endParaRPr lang="zh-CN" altLang="en-US">
              <a:solidFill>
                <a:srgbClr val="FF0000"/>
              </a:solidFill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chemeClr val="tx1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多级题号聚合解析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：识别①②③、(1)(2) 等层级题号，将</a:t>
            </a:r>
            <a:r>
              <a:rPr lang="zh-CN" altLang="en-US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多行零散答案归类到对应题号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分题型标准化提取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答案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题号格式强约束：答案字典的 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Key 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必须使用原始题号字符串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空答案兜底规则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冗余文本过滤：</a:t>
            </a:r>
            <a:r>
              <a:rPr lang="zh-CN" altLang="en-US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过滤试卷标题、分值说明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等无关文字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输出格式强约束：仅返回标准 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JSON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，固定返回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corrections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matched_answers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两个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字段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20990" y="1129665"/>
            <a:ext cx="14922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执行流程</a:t>
            </a:r>
            <a:endParaRPr lang="zh-CN" altLang="en-US" sz="20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69735" y="1764665"/>
            <a:ext cx="508571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b="1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1</a:t>
            </a:r>
            <a:r>
              <a:rPr lang="zh-CN" altLang="en-US" b="1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、校验</a:t>
            </a:r>
            <a:r>
              <a:rPr lang="en-US" altLang="zh-CN" b="1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OCR</a:t>
            </a:r>
            <a:r>
              <a:rPr lang="zh-CN" altLang="en-US" b="1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结果合法性</a:t>
            </a:r>
            <a:endParaRPr lang="zh-CN" altLang="en-US" b="1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空则直接返回原始数据，不发起大模型调用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b="1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2</a:t>
            </a:r>
            <a:r>
              <a:rPr lang="zh-CN" altLang="en-US" b="1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、拼接 </a:t>
            </a:r>
            <a:r>
              <a:rPr lang="en-US" altLang="zh-CN" b="1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OCR </a:t>
            </a:r>
            <a:r>
              <a:rPr lang="zh-CN" altLang="en-US" b="1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结果、试卷题目信息</a:t>
            </a:r>
            <a:endParaRPr lang="zh-CN" altLang="en-US" b="1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b="1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3</a:t>
            </a:r>
            <a:r>
              <a:rPr lang="zh-CN" altLang="en-US" b="1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、发起大模型请求</a:t>
            </a:r>
            <a:endParaRPr lang="zh-CN" altLang="en-US" b="1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设定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temperature=0.1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，抑制模型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随机生成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绑定核心规则约束，传入拼接后的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数据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b="1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4</a:t>
            </a:r>
            <a:r>
              <a:rPr lang="zh-CN" altLang="en-US" b="1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、异常降级处理</a:t>
            </a:r>
            <a:endParaRPr lang="zh-CN" altLang="en-US" b="1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捕获异常，返回原始 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OCR 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数据，仅记录告警日志，保障批改流程不中断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5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、结果解析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封装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6052820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批改历史、数据统计、报告导出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664970" y="1339215"/>
          <a:ext cx="8534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3530"/>
                <a:gridCol w="1181735"/>
                <a:gridCol w="4509135"/>
              </a:tblGrid>
              <a:tr h="3810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</a:rPr>
                        <a:t>接口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</a:rPr>
                        <a:t>方法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</a:rPr>
                        <a:t>作用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/api/history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  <a:sym typeface="+mn-ea"/>
                        </a:rPr>
                        <a:t>GET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批改历史分页查询，支持</a:t>
                      </a:r>
                      <a:r>
                        <a:rPr lang="zh-CN" altLang="en-US" b="0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多条件高级检索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：文件名模糊搜索、批改时间范围、得分率区间筛选、分页查询所有批改记录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/api/history/&lt;grading_id&gt;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GET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查询某次批改的全部题目识别、判分明细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/api/history/&lt;grading_id&gt;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DELETE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删除批改数据，</a:t>
                      </a:r>
                      <a:r>
                        <a:rPr lang="zh-CN" altLang="en-US" b="0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级联清除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单题批改明细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/api/statistics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  <a:sym typeface="+mn-ea"/>
                        </a:rPr>
                        <a:t>GET</a:t>
                      </a:r>
                      <a:endParaRPr lang="en-US" altLang="zh-CN" sz="1800">
                        <a:solidFill>
                          <a:schemeClr val="tx1"/>
                        </a:solidFill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  <a:sym typeface="+mn-ea"/>
                        </a:rPr>
                        <a:t>统计总作业上传数、总批改次数、历史平均得分率，用于</a:t>
                      </a:r>
                      <a:r>
                        <a:rPr lang="zh-CN" altLang="en-US" sz="1800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  <a:sym typeface="+mn-ea"/>
                        </a:rPr>
                        <a:t>后台展示</a:t>
                      </a:r>
                      <a:endParaRPr lang="zh-CN" altLang="en-US" sz="1800">
                        <a:solidFill>
                          <a:srgbClr val="FF0000"/>
                        </a:solidFill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/api/export/&lt;file_id&gt;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POST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支持导出</a:t>
                      </a: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CSV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表格、</a:t>
                      </a: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HTML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网页两种格式的</a:t>
                      </a:r>
                      <a:r>
                        <a:rPr lang="zh-CN" altLang="en-US" b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成绩报告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，方便教师归档打印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20" name="图片 19" descr="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409003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041400" y="1220470"/>
          <a:ext cx="1010983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1245"/>
                <a:gridCol w="3638550"/>
                <a:gridCol w="4130040"/>
              </a:tblGrid>
              <a:tr h="3810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</a:rPr>
                        <a:t>数据库表名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</a:rPr>
                        <a:t>作用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</a:rPr>
                        <a:t>核心字段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users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</a:rPr>
                        <a:t>存储所有账号信息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用户名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唯一约束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homeworks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</a:rPr>
                        <a:t>记录用户每次上传的作业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</a:rPr>
                        <a:t>信息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file_id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唯一，外键关联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用户表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grading_records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记录单次 </a:t>
                      </a: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OCR 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自动批改的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结果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外键关联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作业表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question_results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记录单题的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批改明细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外键关联批改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记录表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assignments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记录教师发布的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作业任务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外键关联用户表中的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教师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submissions</a:t>
                      </a:r>
                      <a:endParaRPr lang="en-US" altLang="zh-CN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记录学生提交的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作业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外键关联任务表，关联用户表中的</a:t>
                      </a:r>
                      <a:r>
                        <a:rPr lang="zh-CN" altLang="en-US" b="0">
                          <a:latin typeface="Arial" panose="020B0604020202090204" pitchFamily="34" charset="0"/>
                          <a:ea typeface="+mn-lt"/>
                          <a:cs typeface="Arial" panose="020B0604020202090204" pitchFamily="34" charset="0"/>
                        </a:rPr>
                        <a:t>学生</a:t>
                      </a:r>
                      <a:endParaRPr lang="zh-CN" altLang="en-US" b="0">
                        <a:latin typeface="Arial" panose="020B0604020202090204" pitchFamily="34" charset="0"/>
                        <a:ea typeface="+mn-lt"/>
                        <a:cs typeface="Arial" panose="020B0604020202090204" pitchFamily="34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grpSp>
        <p:nvGrpSpPr>
          <p:cNvPr id="60" name="组合 59"/>
          <p:cNvGrpSpPr/>
          <p:nvPr/>
        </p:nvGrpSpPr>
        <p:grpSpPr>
          <a:xfrm>
            <a:off x="3296285" y="5126990"/>
            <a:ext cx="1562100" cy="341630"/>
            <a:chOff x="969248" y="1901797"/>
            <a:chExt cx="981710" cy="341845"/>
          </a:xfrm>
        </p:grpSpPr>
        <p:sp>
          <p:nvSpPr>
            <p:cNvPr id="4" name="矩形 3"/>
            <p:cNvSpPr/>
            <p:nvPr/>
          </p:nvSpPr>
          <p:spPr>
            <a:xfrm>
              <a:off x="987574" y="1908513"/>
              <a:ext cx="963025" cy="335129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9248" y="1901797"/>
              <a:ext cx="981710" cy="336126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users</a:t>
              </a:r>
              <a:r>
                <a:rPr lang="zh-CN" altLang="en-US" sz="1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zh-CN" altLang="en-US" sz="1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教师）</a:t>
              </a:r>
              <a:endPara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431925" y="6026150"/>
            <a:ext cx="1487170" cy="341630"/>
            <a:chOff x="969248" y="1901797"/>
            <a:chExt cx="981710" cy="341845"/>
          </a:xfrm>
        </p:grpSpPr>
        <p:sp>
          <p:nvSpPr>
            <p:cNvPr id="9" name="矩形 8"/>
            <p:cNvSpPr/>
            <p:nvPr/>
          </p:nvSpPr>
          <p:spPr>
            <a:xfrm>
              <a:off x="987574" y="1908513"/>
              <a:ext cx="963025" cy="335129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69248" y="1901797"/>
              <a:ext cx="981710" cy="336126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homeworks</a:t>
              </a:r>
              <a:endPara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488055" y="6026150"/>
            <a:ext cx="1945005" cy="341630"/>
            <a:chOff x="969248" y="1901797"/>
            <a:chExt cx="981710" cy="341845"/>
          </a:xfrm>
        </p:grpSpPr>
        <p:sp>
          <p:nvSpPr>
            <p:cNvPr id="12" name="矩形 11"/>
            <p:cNvSpPr/>
            <p:nvPr/>
          </p:nvSpPr>
          <p:spPr>
            <a:xfrm>
              <a:off x="987574" y="1908513"/>
              <a:ext cx="963025" cy="335129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69248" y="1901797"/>
              <a:ext cx="981710" cy="336126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grading_records</a:t>
              </a:r>
              <a:endPara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087110" y="6020435"/>
            <a:ext cx="1945005" cy="341630"/>
            <a:chOff x="969248" y="1901797"/>
            <a:chExt cx="981710" cy="341845"/>
          </a:xfrm>
        </p:grpSpPr>
        <p:sp>
          <p:nvSpPr>
            <p:cNvPr id="15" name="矩形 14"/>
            <p:cNvSpPr/>
            <p:nvPr/>
          </p:nvSpPr>
          <p:spPr>
            <a:xfrm>
              <a:off x="987574" y="1908513"/>
              <a:ext cx="963025" cy="335129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969248" y="1901797"/>
              <a:ext cx="981710" cy="336126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question_results</a:t>
              </a:r>
              <a:endPara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993130" y="5126990"/>
            <a:ext cx="1561465" cy="335280"/>
            <a:chOff x="969248" y="1908151"/>
            <a:chExt cx="981710" cy="335491"/>
          </a:xfrm>
        </p:grpSpPr>
        <p:sp>
          <p:nvSpPr>
            <p:cNvPr id="18" name="矩形 17"/>
            <p:cNvSpPr/>
            <p:nvPr/>
          </p:nvSpPr>
          <p:spPr>
            <a:xfrm>
              <a:off x="987574" y="1908513"/>
              <a:ext cx="963025" cy="335129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69248" y="1908151"/>
              <a:ext cx="981710" cy="329772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no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assignments</a:t>
              </a:r>
              <a:endPara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503285" y="6031865"/>
            <a:ext cx="1562100" cy="341630"/>
            <a:chOff x="969248" y="1901797"/>
            <a:chExt cx="981710" cy="341845"/>
          </a:xfrm>
        </p:grpSpPr>
        <p:sp>
          <p:nvSpPr>
            <p:cNvPr id="21" name="矩形 20"/>
            <p:cNvSpPr/>
            <p:nvPr/>
          </p:nvSpPr>
          <p:spPr>
            <a:xfrm>
              <a:off x="987574" y="1908513"/>
              <a:ext cx="963025" cy="335129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969248" y="1901797"/>
              <a:ext cx="981710" cy="336126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submissions</a:t>
              </a:r>
              <a:endPara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503920" y="5133975"/>
            <a:ext cx="1562100" cy="341630"/>
            <a:chOff x="969248" y="1901797"/>
            <a:chExt cx="981710" cy="341845"/>
          </a:xfrm>
        </p:grpSpPr>
        <p:sp>
          <p:nvSpPr>
            <p:cNvPr id="24" name="矩形 23"/>
            <p:cNvSpPr/>
            <p:nvPr/>
          </p:nvSpPr>
          <p:spPr>
            <a:xfrm>
              <a:off x="987574" y="1908513"/>
              <a:ext cx="963025" cy="335129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69248" y="1901797"/>
              <a:ext cx="981710" cy="336126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users</a:t>
              </a:r>
              <a:r>
                <a:rPr lang="zh-CN" altLang="en-US" sz="1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zh-CN" altLang="en-US" sz="1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学生）</a:t>
              </a:r>
              <a:endPara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左箭头 25"/>
          <p:cNvSpPr/>
          <p:nvPr/>
        </p:nvSpPr>
        <p:spPr>
          <a:xfrm>
            <a:off x="5156200" y="5215255"/>
            <a:ext cx="564515" cy="24701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左箭头 26"/>
          <p:cNvSpPr/>
          <p:nvPr/>
        </p:nvSpPr>
        <p:spPr>
          <a:xfrm rot="5400000">
            <a:off x="9008745" y="5664835"/>
            <a:ext cx="415290" cy="18859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左箭头 27"/>
          <p:cNvSpPr/>
          <p:nvPr/>
        </p:nvSpPr>
        <p:spPr>
          <a:xfrm rot="2100000">
            <a:off x="7834630" y="5551805"/>
            <a:ext cx="564515" cy="24701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左箭头 29"/>
          <p:cNvSpPr/>
          <p:nvPr/>
        </p:nvSpPr>
        <p:spPr>
          <a:xfrm>
            <a:off x="5588000" y="6080125"/>
            <a:ext cx="415290" cy="18859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左箭头 31"/>
          <p:cNvSpPr/>
          <p:nvPr/>
        </p:nvSpPr>
        <p:spPr>
          <a:xfrm>
            <a:off x="2995930" y="6080125"/>
            <a:ext cx="415290" cy="18859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左箭头 32"/>
          <p:cNvSpPr/>
          <p:nvPr/>
        </p:nvSpPr>
        <p:spPr>
          <a:xfrm rot="8100000">
            <a:off x="2755900" y="5584190"/>
            <a:ext cx="564515" cy="24701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 descr="log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/>
        </p:nvSpPr>
        <p:spPr>
          <a:xfrm>
            <a:off x="3051810" y="2130425"/>
            <a:ext cx="3154680" cy="368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302641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测试结果与结论</a:t>
            </a:r>
            <a:endParaRPr lang="zh-CN" altLang="en-US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905510" y="2380615"/>
            <a:ext cx="4246880" cy="2637790"/>
            <a:chOff x="1962" y="3749"/>
            <a:chExt cx="6688" cy="4154"/>
          </a:xfrm>
        </p:grpSpPr>
        <p:sp>
          <p:nvSpPr>
            <p:cNvPr id="11" name="空心弧 10"/>
            <p:cNvSpPr/>
            <p:nvPr/>
          </p:nvSpPr>
          <p:spPr>
            <a:xfrm rot="10800000">
              <a:off x="4830" y="4083"/>
              <a:ext cx="3821" cy="3821"/>
            </a:xfrm>
            <a:prstGeom prst="blockArc">
              <a:avLst/>
            </a:prstGeom>
            <a:solidFill>
              <a:srgbClr val="B2B2B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1962" y="3749"/>
              <a:ext cx="3821" cy="3821"/>
            </a:xfrm>
            <a:prstGeom prst="blockArc">
              <a:avLst/>
            </a:prstGeom>
            <a:solidFill>
              <a:srgbClr val="005CA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450" y="5070"/>
              <a:ext cx="791" cy="6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 smtClean="0">
                  <a:solidFill>
                    <a:srgbClr val="005C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00" b="1" dirty="0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345" y="5964"/>
              <a:ext cx="790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20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燕尾形 29"/>
            <p:cNvSpPr/>
            <p:nvPr/>
          </p:nvSpPr>
          <p:spPr>
            <a:xfrm rot="16200000">
              <a:off x="6456" y="4836"/>
              <a:ext cx="549" cy="549"/>
            </a:xfrm>
            <a:prstGeom prst="chevron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" name="燕尾形 2"/>
            <p:cNvSpPr/>
            <p:nvPr/>
          </p:nvSpPr>
          <p:spPr>
            <a:xfrm rot="5400000">
              <a:off x="3558" y="5964"/>
              <a:ext cx="549" cy="549"/>
            </a:xfrm>
            <a:prstGeom prst="chevron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498475" y="5046980"/>
            <a:ext cx="3072130" cy="368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498475" y="5043805"/>
            <a:ext cx="3072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"/>
            </a:pP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10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项单元测试通过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100%</a:t>
            </a:r>
            <a:endParaRPr lang="en-US" altLang="zh-CN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3051810" y="2118995"/>
            <a:ext cx="3071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"/>
            </a:pP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4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项集成测试通过率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100%</a:t>
            </a:r>
            <a:endParaRPr lang="en-US" altLang="zh-CN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pic>
        <p:nvPicPr>
          <p:cNvPr id="57" name="图片 56" descr="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  <p:sp>
        <p:nvSpPr>
          <p:cNvPr id="58" name="文本框 57"/>
          <p:cNvSpPr txBox="1"/>
          <p:nvPr/>
        </p:nvSpPr>
        <p:spPr>
          <a:xfrm>
            <a:off x="6397625" y="1890395"/>
            <a:ext cx="5085715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单元测试覆盖全部核心模块的正常、边界、异常场景，用例通过率 100%，各独立组件功能稳定可靠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集成测试验证全业务闭环流程，模块间交互正常，权限控制、异常容错、多环境兼容性、并发性能均满足设计要求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系统功能、性能、健壮性均达到项目预期设计目标，测试验收合格，可正式部署交付使用。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409003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整体业务流程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84530" y="2259965"/>
            <a:ext cx="1201420" cy="52324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ea typeface="+mn-lt"/>
                <a:cs typeface="+mn-lt"/>
              </a:rPr>
              <a:t>教师登录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737485" y="1106805"/>
            <a:ext cx="2364105" cy="52324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ea typeface="+mn-lt"/>
                <a:cs typeface="+mn-lt"/>
              </a:rPr>
              <a:t>填入标准答案和</a:t>
            </a:r>
            <a:r>
              <a:rPr lang="zh-CN" altLang="en-US" b="1">
                <a:ea typeface="+mn-lt"/>
                <a:cs typeface="+mn-lt"/>
              </a:rPr>
              <a:t>分值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89610" y="4907280"/>
            <a:ext cx="1201420" cy="52324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ea typeface="+mn-lt"/>
                <a:cs typeface="+mn-lt"/>
              </a:rPr>
              <a:t>学生登录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703195" y="4892675"/>
            <a:ext cx="1201420" cy="52324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ea typeface="+mn-lt"/>
                <a:cs typeface="+mn-lt"/>
              </a:rPr>
              <a:t>选择作业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518660" y="4892675"/>
            <a:ext cx="2070100" cy="52324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ea typeface="+mn-lt"/>
                <a:cs typeface="+mn-lt"/>
              </a:rPr>
              <a:t>上传手写作业</a:t>
            </a:r>
            <a:r>
              <a:rPr lang="zh-CN" altLang="en-US" b="1">
                <a:ea typeface="+mn-lt"/>
                <a:cs typeface="+mn-lt"/>
              </a:rPr>
              <a:t>图片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259955" y="4892675"/>
            <a:ext cx="2799080" cy="52324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ea typeface="+mn-lt"/>
                <a:cs typeface="+mn-lt"/>
              </a:rPr>
              <a:t>OCR</a:t>
            </a:r>
            <a:r>
              <a:rPr lang="zh-CN" altLang="en-US" b="1">
                <a:ea typeface="+mn-lt"/>
                <a:cs typeface="+mn-lt"/>
              </a:rPr>
              <a:t>识别和</a:t>
            </a:r>
            <a:r>
              <a:rPr lang="en-US" altLang="zh-CN" b="1">
                <a:ea typeface="+mn-lt"/>
                <a:cs typeface="+mn-lt"/>
              </a:rPr>
              <a:t>AI</a:t>
            </a:r>
            <a:r>
              <a:rPr lang="zh-CN" altLang="en-US" b="1">
                <a:ea typeface="+mn-lt"/>
                <a:cs typeface="+mn-lt"/>
              </a:rPr>
              <a:t>纠错（</a:t>
            </a:r>
            <a:r>
              <a:rPr lang="zh-CN" altLang="en-US" b="1">
                <a:ea typeface="+mn-lt"/>
                <a:cs typeface="+mn-lt"/>
              </a:rPr>
              <a:t>可选）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725410" y="5972175"/>
            <a:ext cx="1388745" cy="52324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ea typeface="+mn-lt"/>
                <a:cs typeface="+mn-lt"/>
              </a:rPr>
              <a:t>智能</a:t>
            </a:r>
            <a:r>
              <a:rPr lang="zh-CN" altLang="en-US" b="1">
                <a:ea typeface="+mn-lt"/>
                <a:cs typeface="+mn-lt"/>
              </a:rPr>
              <a:t>批改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515485" y="5972175"/>
            <a:ext cx="2564765" cy="52324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ea typeface="+mn-lt"/>
                <a:cs typeface="+mn-lt"/>
              </a:rPr>
              <a:t>生成待发布</a:t>
            </a:r>
            <a:r>
              <a:rPr lang="zh-CN" altLang="en-US" b="1">
                <a:ea typeface="+mn-lt"/>
                <a:cs typeface="+mn-lt"/>
              </a:rPr>
              <a:t>提交记录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737485" y="1917700"/>
            <a:ext cx="1790700" cy="52324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ea typeface="+mn-lt"/>
                <a:cs typeface="+mn-lt"/>
              </a:rPr>
              <a:t>查看学生</a:t>
            </a:r>
            <a:r>
              <a:rPr lang="zh-CN" altLang="en-US" b="1">
                <a:ea typeface="+mn-lt"/>
                <a:cs typeface="+mn-lt"/>
              </a:rPr>
              <a:t>提交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179695" y="1917700"/>
            <a:ext cx="2069465" cy="52324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ea typeface="+mn-lt"/>
                <a:cs typeface="+mn-lt"/>
              </a:rPr>
              <a:t>可人工修正</a:t>
            </a:r>
            <a:r>
              <a:rPr lang="zh-CN" altLang="en-US" b="1">
                <a:ea typeface="+mn-lt"/>
                <a:cs typeface="+mn-lt"/>
              </a:rPr>
              <a:t>判分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006715" y="1906270"/>
            <a:ext cx="1388745" cy="52324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ea typeface="+mn-lt"/>
                <a:cs typeface="+mn-lt"/>
              </a:rPr>
              <a:t>发布成绩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2737485" y="2825750"/>
            <a:ext cx="2458085" cy="52324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ea typeface="+mn-lt"/>
                <a:cs typeface="+mn-lt"/>
              </a:rPr>
              <a:t>直接上传作业</a:t>
            </a:r>
            <a:r>
              <a:rPr lang="zh-CN" altLang="en-US" b="1">
                <a:ea typeface="+mn-lt"/>
                <a:cs typeface="+mn-lt"/>
              </a:rPr>
              <a:t>图片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759450" y="2825750"/>
            <a:ext cx="2805430" cy="52324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ea typeface="+mn-lt"/>
                <a:cs typeface="+mn-lt"/>
              </a:rPr>
              <a:t>OCR</a:t>
            </a:r>
            <a:r>
              <a:rPr lang="zh-CN" altLang="en-US" b="1">
                <a:ea typeface="+mn-lt"/>
                <a:cs typeface="+mn-lt"/>
              </a:rPr>
              <a:t>识别和</a:t>
            </a:r>
            <a:r>
              <a:rPr lang="en-US" altLang="zh-CN" b="1">
                <a:ea typeface="+mn-lt"/>
                <a:cs typeface="+mn-lt"/>
              </a:rPr>
              <a:t>AI</a:t>
            </a:r>
            <a:r>
              <a:rPr lang="zh-CN" altLang="en-US" b="1">
                <a:ea typeface="+mn-lt"/>
                <a:cs typeface="+mn-lt"/>
              </a:rPr>
              <a:t>纠错（</a:t>
            </a:r>
            <a:r>
              <a:rPr lang="zh-CN" altLang="en-US" b="1">
                <a:ea typeface="+mn-lt"/>
                <a:cs typeface="+mn-lt"/>
              </a:rPr>
              <a:t>可选）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9135110" y="2825750"/>
            <a:ext cx="2364105" cy="52324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ea typeface="+mn-lt"/>
                <a:cs typeface="+mn-lt"/>
              </a:rPr>
              <a:t>留存批改</a:t>
            </a:r>
            <a:r>
              <a:rPr lang="zh-CN" altLang="en-US" b="1">
                <a:ea typeface="+mn-lt"/>
                <a:cs typeface="+mn-lt"/>
              </a:rPr>
              <a:t>历史记录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2737485" y="3756660"/>
            <a:ext cx="5667375" cy="52324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ea typeface="+mn-lt"/>
                <a:cs typeface="+mn-lt"/>
              </a:rPr>
              <a:t>检索批改历史，统计班级平均分，</a:t>
            </a:r>
            <a:r>
              <a:rPr lang="zh-CN" altLang="en-US" b="1">
                <a:ea typeface="+mn-lt"/>
                <a:cs typeface="+mn-lt"/>
              </a:rPr>
              <a:t>导出成绩报表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659755" y="1106805"/>
            <a:ext cx="1655445" cy="523240"/>
          </a:xfrm>
          <a:prstGeom prst="roundRect">
            <a:avLst/>
          </a:prstGeom>
          <a:solidFill>
            <a:srgbClr val="034EA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ea typeface="+mn-lt"/>
                <a:cs typeface="+mn-lt"/>
              </a:rPr>
              <a:t>创建</a:t>
            </a:r>
            <a:r>
              <a:rPr lang="zh-CN" altLang="en-US" b="1">
                <a:ea typeface="+mn-lt"/>
                <a:cs typeface="+mn-lt"/>
              </a:rPr>
              <a:t>发布作业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24" name="右箭头 23"/>
          <p:cNvSpPr/>
          <p:nvPr/>
        </p:nvSpPr>
        <p:spPr>
          <a:xfrm>
            <a:off x="5146675" y="1235075"/>
            <a:ext cx="467995" cy="271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>
            <a:off x="4614545" y="2044065"/>
            <a:ext cx="467995" cy="271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/>
        </p:nvSpPr>
        <p:spPr>
          <a:xfrm>
            <a:off x="7376795" y="2044065"/>
            <a:ext cx="467995" cy="271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右箭头 26"/>
          <p:cNvSpPr/>
          <p:nvPr/>
        </p:nvSpPr>
        <p:spPr>
          <a:xfrm>
            <a:off x="5241290" y="2937510"/>
            <a:ext cx="467995" cy="271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/>
        </p:nvSpPr>
        <p:spPr>
          <a:xfrm>
            <a:off x="8616315" y="2937510"/>
            <a:ext cx="467995" cy="271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右箭头 28"/>
          <p:cNvSpPr/>
          <p:nvPr/>
        </p:nvSpPr>
        <p:spPr>
          <a:xfrm>
            <a:off x="3977640" y="5033645"/>
            <a:ext cx="467995" cy="271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右箭头 29"/>
          <p:cNvSpPr/>
          <p:nvPr/>
        </p:nvSpPr>
        <p:spPr>
          <a:xfrm>
            <a:off x="6701790" y="5033645"/>
            <a:ext cx="467995" cy="271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右箭头 30"/>
          <p:cNvSpPr/>
          <p:nvPr/>
        </p:nvSpPr>
        <p:spPr>
          <a:xfrm rot="5400000">
            <a:off x="8212455" y="5558155"/>
            <a:ext cx="467995" cy="271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右箭头 31"/>
          <p:cNvSpPr/>
          <p:nvPr/>
        </p:nvSpPr>
        <p:spPr>
          <a:xfrm rot="10800000">
            <a:off x="7169785" y="6108700"/>
            <a:ext cx="467995" cy="271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右箭头 32"/>
          <p:cNvSpPr/>
          <p:nvPr/>
        </p:nvSpPr>
        <p:spPr>
          <a:xfrm>
            <a:off x="2063115" y="5033645"/>
            <a:ext cx="467995" cy="271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 rot="18720000">
            <a:off x="1698625" y="1668780"/>
            <a:ext cx="862330" cy="3244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右箭头 34"/>
          <p:cNvSpPr/>
          <p:nvPr/>
        </p:nvSpPr>
        <p:spPr>
          <a:xfrm rot="19860000">
            <a:off x="2051685" y="2315210"/>
            <a:ext cx="467995" cy="271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右箭头 35"/>
          <p:cNvSpPr/>
          <p:nvPr/>
        </p:nvSpPr>
        <p:spPr>
          <a:xfrm rot="1680000">
            <a:off x="2015490" y="2783205"/>
            <a:ext cx="467995" cy="271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右箭头 37"/>
          <p:cNvSpPr/>
          <p:nvPr/>
        </p:nvSpPr>
        <p:spPr>
          <a:xfrm rot="3060000">
            <a:off x="1527810" y="3279140"/>
            <a:ext cx="1083945" cy="4279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9" name="图片 38" descr="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409003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技术亮点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9225" y="727075"/>
            <a:ext cx="9261475" cy="5880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图像</a:t>
            </a:r>
            <a:r>
              <a:rPr lang="zh-CN" altLang="en-US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预处理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优化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800100" lvl="1" indent="-34290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  <a:sym typeface="+mn-ea"/>
              </a:rPr>
              <a:t>采用灰度化 + 非局部均值去噪 + 霍夫倾斜纠偏 + 自适应高斯二值化流水线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  <a:sym typeface="+mn-ea"/>
            </a:endParaRPr>
          </a:p>
          <a:p>
            <a:pPr marL="800100" lvl="1" indent="-34290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  <a:sym typeface="+mn-ea"/>
              </a:rPr>
              <a:t>选用非局部均值滤波，相比传统滤波，兼顾降噪与手写文字边缘保护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  <a:sym typeface="+mn-ea"/>
            </a:endParaRPr>
          </a:p>
          <a:p>
            <a:pPr marL="800100" lvl="1" indent="-34290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  <a:sym typeface="+mn-ea"/>
              </a:rPr>
              <a:t>自适应阈值二值化完美适配室内复杂光影场景。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PP-OCRv6 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本地化部署优化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lvl="2" indent="-34290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  <a:sym typeface="+mn-ea"/>
              </a:rPr>
              <a:t>采用单例模式封装 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  <a:sym typeface="+mn-ea"/>
              </a:rPr>
              <a:t>OCR 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  <a:sym typeface="+mn-ea"/>
              </a:rPr>
              <a:t>引擎，降低内存占用、避免重复初始化耗时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  <a:sym typeface="+mn-ea"/>
            </a:endParaRPr>
          </a:p>
          <a:p>
            <a:pPr lvl="2" indent="-34290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过滤低置信度识别结果 + </a:t>
            </a:r>
            <a:r>
              <a:rPr lang="zh-CN" altLang="en-US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基于版面坐标智能排序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多题型</a:t>
            </a:r>
            <a:r>
              <a:rPr lang="zh-CN" altLang="en-US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差异化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智能批改算法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大模型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 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OCR 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纠错增强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800100" lvl="1" indent="-34290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垂直场景精细化 </a:t>
            </a:r>
            <a:r>
              <a:rPr lang="en-US" altLang="zh-CN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Prompt 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设计，针对手写作业、多级题号、中文数字、选择题答题卡等场景定制纠错规则，修正形近字、数学符号、选项误识别问题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系统</a:t>
            </a:r>
            <a:r>
              <a:rPr lang="zh-CN" altLang="en-US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健壮性</a:t>
            </a: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设计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marL="800100" lvl="1" indent="-342900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全局日志记录、上传文件 7 天自动过期清理、请求参数合法性校验、防重复账号、禁止删除唯一管理员等安全兜底机制；</a:t>
            </a: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endParaRPr lang="zh-CN" altLang="en-US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endParaRPr lang="en-US" altLang="zh-CN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grpSp>
        <p:nvGrpSpPr>
          <p:cNvPr id="275" name="组合 274"/>
          <p:cNvGrpSpPr/>
          <p:nvPr/>
        </p:nvGrpSpPr>
        <p:grpSpPr>
          <a:xfrm>
            <a:off x="10629900" y="4429760"/>
            <a:ext cx="1489710" cy="2339340"/>
            <a:chOff x="7814689" y="1789463"/>
            <a:chExt cx="3369100" cy="5394921"/>
          </a:xfrm>
        </p:grpSpPr>
        <p:sp>
          <p:nvSpPr>
            <p:cNvPr id="71" name="Freeform 5"/>
            <p:cNvSpPr/>
            <p:nvPr/>
          </p:nvSpPr>
          <p:spPr bwMode="auto">
            <a:xfrm>
              <a:off x="8773715" y="2450838"/>
              <a:ext cx="735788" cy="1062947"/>
            </a:xfrm>
            <a:custGeom>
              <a:avLst/>
              <a:gdLst>
                <a:gd name="T0" fmla="*/ 1128 w 1147"/>
                <a:gd name="T1" fmla="*/ 1657 h 1657"/>
                <a:gd name="T2" fmla="*/ 0 w 1147"/>
                <a:gd name="T3" fmla="*/ 14 h 1657"/>
                <a:gd name="T4" fmla="*/ 19 w 1147"/>
                <a:gd name="T5" fmla="*/ 0 h 1657"/>
                <a:gd name="T6" fmla="*/ 1147 w 1147"/>
                <a:gd name="T7" fmla="*/ 1645 h 1657"/>
                <a:gd name="T8" fmla="*/ 1128 w 1147"/>
                <a:gd name="T9" fmla="*/ 1657 h 1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7" h="1657">
                  <a:moveTo>
                    <a:pt x="1128" y="1657"/>
                  </a:moveTo>
                  <a:lnTo>
                    <a:pt x="0" y="14"/>
                  </a:lnTo>
                  <a:lnTo>
                    <a:pt x="19" y="0"/>
                  </a:lnTo>
                  <a:lnTo>
                    <a:pt x="1147" y="1645"/>
                  </a:lnTo>
                  <a:lnTo>
                    <a:pt x="1128" y="165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6"/>
            <p:cNvSpPr/>
            <p:nvPr/>
          </p:nvSpPr>
          <p:spPr bwMode="auto">
            <a:xfrm>
              <a:off x="9497315" y="1960741"/>
              <a:ext cx="137920" cy="1549837"/>
            </a:xfrm>
            <a:custGeom>
              <a:avLst/>
              <a:gdLst>
                <a:gd name="T0" fmla="*/ 21 w 215"/>
                <a:gd name="T1" fmla="*/ 2416 h 2416"/>
                <a:gd name="T2" fmla="*/ 0 w 215"/>
                <a:gd name="T3" fmla="*/ 2414 h 2416"/>
                <a:gd name="T4" fmla="*/ 194 w 215"/>
                <a:gd name="T5" fmla="*/ 0 h 2416"/>
                <a:gd name="T6" fmla="*/ 215 w 215"/>
                <a:gd name="T7" fmla="*/ 3 h 2416"/>
                <a:gd name="T8" fmla="*/ 21 w 215"/>
                <a:gd name="T9" fmla="*/ 2416 h 2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" h="2416">
                  <a:moveTo>
                    <a:pt x="21" y="2416"/>
                  </a:moveTo>
                  <a:lnTo>
                    <a:pt x="0" y="2414"/>
                  </a:lnTo>
                  <a:lnTo>
                    <a:pt x="194" y="0"/>
                  </a:lnTo>
                  <a:lnTo>
                    <a:pt x="215" y="3"/>
                  </a:lnTo>
                  <a:lnTo>
                    <a:pt x="21" y="2416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7"/>
            <p:cNvSpPr/>
            <p:nvPr/>
          </p:nvSpPr>
          <p:spPr bwMode="auto">
            <a:xfrm>
              <a:off x="9499239" y="2658680"/>
              <a:ext cx="620320" cy="855105"/>
            </a:xfrm>
            <a:custGeom>
              <a:avLst/>
              <a:gdLst>
                <a:gd name="T0" fmla="*/ 18 w 967"/>
                <a:gd name="T1" fmla="*/ 1333 h 1333"/>
                <a:gd name="T2" fmla="*/ 0 w 967"/>
                <a:gd name="T3" fmla="*/ 1321 h 1333"/>
                <a:gd name="T4" fmla="*/ 951 w 967"/>
                <a:gd name="T5" fmla="*/ 0 h 1333"/>
                <a:gd name="T6" fmla="*/ 967 w 967"/>
                <a:gd name="T7" fmla="*/ 14 h 1333"/>
                <a:gd name="T8" fmla="*/ 18 w 967"/>
                <a:gd name="T9" fmla="*/ 1333 h 1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7" h="1333">
                  <a:moveTo>
                    <a:pt x="18" y="1333"/>
                  </a:moveTo>
                  <a:lnTo>
                    <a:pt x="0" y="1321"/>
                  </a:lnTo>
                  <a:lnTo>
                    <a:pt x="951" y="0"/>
                  </a:lnTo>
                  <a:lnTo>
                    <a:pt x="967" y="14"/>
                  </a:lnTo>
                  <a:lnTo>
                    <a:pt x="18" y="133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8"/>
            <p:cNvSpPr/>
            <p:nvPr/>
          </p:nvSpPr>
          <p:spPr bwMode="auto">
            <a:xfrm>
              <a:off x="8588325" y="2454045"/>
              <a:ext cx="198862" cy="835218"/>
            </a:xfrm>
            <a:custGeom>
              <a:avLst/>
              <a:gdLst>
                <a:gd name="T0" fmla="*/ 21 w 310"/>
                <a:gd name="T1" fmla="*/ 1302 h 1302"/>
                <a:gd name="T2" fmla="*/ 0 w 310"/>
                <a:gd name="T3" fmla="*/ 1297 h 1302"/>
                <a:gd name="T4" fmla="*/ 289 w 310"/>
                <a:gd name="T5" fmla="*/ 0 h 1302"/>
                <a:gd name="T6" fmla="*/ 310 w 310"/>
                <a:gd name="T7" fmla="*/ 4 h 1302"/>
                <a:gd name="T8" fmla="*/ 21 w 310"/>
                <a:gd name="T9" fmla="*/ 1302 h 1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0" h="1302">
                  <a:moveTo>
                    <a:pt x="21" y="1302"/>
                  </a:moveTo>
                  <a:lnTo>
                    <a:pt x="0" y="1297"/>
                  </a:lnTo>
                  <a:lnTo>
                    <a:pt x="289" y="0"/>
                  </a:lnTo>
                  <a:lnTo>
                    <a:pt x="310" y="4"/>
                  </a:lnTo>
                  <a:lnTo>
                    <a:pt x="21" y="1302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9"/>
            <p:cNvSpPr/>
            <p:nvPr/>
          </p:nvSpPr>
          <p:spPr bwMode="auto">
            <a:xfrm>
              <a:off x="7953892" y="3105798"/>
              <a:ext cx="643413" cy="189881"/>
            </a:xfrm>
            <a:custGeom>
              <a:avLst/>
              <a:gdLst>
                <a:gd name="T0" fmla="*/ 999 w 1003"/>
                <a:gd name="T1" fmla="*/ 296 h 296"/>
                <a:gd name="T2" fmla="*/ 0 w 1003"/>
                <a:gd name="T3" fmla="*/ 21 h 296"/>
                <a:gd name="T4" fmla="*/ 5 w 1003"/>
                <a:gd name="T5" fmla="*/ 0 h 296"/>
                <a:gd name="T6" fmla="*/ 1003 w 1003"/>
                <a:gd name="T7" fmla="*/ 274 h 296"/>
                <a:gd name="T8" fmla="*/ 999 w 1003"/>
                <a:gd name="T9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3" h="296">
                  <a:moveTo>
                    <a:pt x="999" y="296"/>
                  </a:moveTo>
                  <a:lnTo>
                    <a:pt x="0" y="21"/>
                  </a:lnTo>
                  <a:lnTo>
                    <a:pt x="5" y="0"/>
                  </a:lnTo>
                  <a:lnTo>
                    <a:pt x="1003" y="274"/>
                  </a:lnTo>
                  <a:lnTo>
                    <a:pt x="999" y="296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10"/>
            <p:cNvSpPr/>
            <p:nvPr/>
          </p:nvSpPr>
          <p:spPr bwMode="auto">
            <a:xfrm>
              <a:off x="8524817" y="3287981"/>
              <a:ext cx="78903" cy="842916"/>
            </a:xfrm>
            <a:custGeom>
              <a:avLst/>
              <a:gdLst>
                <a:gd name="T0" fmla="*/ 21 w 123"/>
                <a:gd name="T1" fmla="*/ 1314 h 1314"/>
                <a:gd name="T2" fmla="*/ 0 w 123"/>
                <a:gd name="T3" fmla="*/ 1312 h 1314"/>
                <a:gd name="T4" fmla="*/ 99 w 123"/>
                <a:gd name="T5" fmla="*/ 0 h 1314"/>
                <a:gd name="T6" fmla="*/ 123 w 123"/>
                <a:gd name="T7" fmla="*/ 2 h 1314"/>
                <a:gd name="T8" fmla="*/ 21 w 123"/>
                <a:gd name="T9" fmla="*/ 1314 h 1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314">
                  <a:moveTo>
                    <a:pt x="21" y="1314"/>
                  </a:moveTo>
                  <a:lnTo>
                    <a:pt x="0" y="1312"/>
                  </a:lnTo>
                  <a:lnTo>
                    <a:pt x="99" y="0"/>
                  </a:lnTo>
                  <a:lnTo>
                    <a:pt x="123" y="2"/>
                  </a:lnTo>
                  <a:lnTo>
                    <a:pt x="21" y="1314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11"/>
            <p:cNvSpPr/>
            <p:nvPr/>
          </p:nvSpPr>
          <p:spPr bwMode="auto">
            <a:xfrm>
              <a:off x="8527383" y="4123841"/>
              <a:ext cx="936574" cy="567076"/>
            </a:xfrm>
            <a:custGeom>
              <a:avLst/>
              <a:gdLst>
                <a:gd name="T0" fmla="*/ 1448 w 1460"/>
                <a:gd name="T1" fmla="*/ 884 h 884"/>
                <a:gd name="T2" fmla="*/ 0 w 1460"/>
                <a:gd name="T3" fmla="*/ 18 h 884"/>
                <a:gd name="T4" fmla="*/ 12 w 1460"/>
                <a:gd name="T5" fmla="*/ 0 h 884"/>
                <a:gd name="T6" fmla="*/ 1460 w 1460"/>
                <a:gd name="T7" fmla="*/ 865 h 884"/>
                <a:gd name="T8" fmla="*/ 1448 w 1460"/>
                <a:gd name="T9" fmla="*/ 884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0" h="884">
                  <a:moveTo>
                    <a:pt x="1448" y="884"/>
                  </a:moveTo>
                  <a:lnTo>
                    <a:pt x="0" y="18"/>
                  </a:lnTo>
                  <a:lnTo>
                    <a:pt x="12" y="0"/>
                  </a:lnTo>
                  <a:lnTo>
                    <a:pt x="1460" y="865"/>
                  </a:lnTo>
                  <a:lnTo>
                    <a:pt x="1448" y="884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12"/>
            <p:cNvSpPr/>
            <p:nvPr/>
          </p:nvSpPr>
          <p:spPr bwMode="auto">
            <a:xfrm>
              <a:off x="9458184" y="4188631"/>
              <a:ext cx="916688" cy="502286"/>
            </a:xfrm>
            <a:custGeom>
              <a:avLst/>
              <a:gdLst>
                <a:gd name="T0" fmla="*/ 9 w 1429"/>
                <a:gd name="T1" fmla="*/ 783 h 783"/>
                <a:gd name="T2" fmla="*/ 0 w 1429"/>
                <a:gd name="T3" fmla="*/ 764 h 783"/>
                <a:gd name="T4" fmla="*/ 1419 w 1429"/>
                <a:gd name="T5" fmla="*/ 0 h 783"/>
                <a:gd name="T6" fmla="*/ 1429 w 1429"/>
                <a:gd name="T7" fmla="*/ 21 h 783"/>
                <a:gd name="T8" fmla="*/ 9 w 1429"/>
                <a:gd name="T9" fmla="*/ 783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9" h="783">
                  <a:moveTo>
                    <a:pt x="9" y="783"/>
                  </a:moveTo>
                  <a:lnTo>
                    <a:pt x="0" y="764"/>
                  </a:lnTo>
                  <a:lnTo>
                    <a:pt x="1419" y="0"/>
                  </a:lnTo>
                  <a:lnTo>
                    <a:pt x="1429" y="21"/>
                  </a:lnTo>
                  <a:lnTo>
                    <a:pt x="9" y="78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13"/>
            <p:cNvSpPr/>
            <p:nvPr/>
          </p:nvSpPr>
          <p:spPr bwMode="auto">
            <a:xfrm>
              <a:off x="10363966" y="3466956"/>
              <a:ext cx="36565" cy="728090"/>
            </a:xfrm>
            <a:custGeom>
              <a:avLst/>
              <a:gdLst>
                <a:gd name="T0" fmla="*/ 24 w 57"/>
                <a:gd name="T1" fmla="*/ 1135 h 1135"/>
                <a:gd name="T2" fmla="*/ 0 w 57"/>
                <a:gd name="T3" fmla="*/ 1135 h 1135"/>
                <a:gd name="T4" fmla="*/ 36 w 57"/>
                <a:gd name="T5" fmla="*/ 0 h 1135"/>
                <a:gd name="T6" fmla="*/ 57 w 57"/>
                <a:gd name="T7" fmla="*/ 0 h 1135"/>
                <a:gd name="T8" fmla="*/ 24 w 57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135">
                  <a:moveTo>
                    <a:pt x="24" y="1135"/>
                  </a:moveTo>
                  <a:lnTo>
                    <a:pt x="0" y="1135"/>
                  </a:lnTo>
                  <a:lnTo>
                    <a:pt x="36" y="0"/>
                  </a:lnTo>
                  <a:lnTo>
                    <a:pt x="57" y="0"/>
                  </a:lnTo>
                  <a:lnTo>
                    <a:pt x="24" y="113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14"/>
            <p:cNvSpPr/>
            <p:nvPr/>
          </p:nvSpPr>
          <p:spPr bwMode="auto">
            <a:xfrm>
              <a:off x="9070724" y="4681936"/>
              <a:ext cx="396440" cy="930800"/>
            </a:xfrm>
            <a:custGeom>
              <a:avLst/>
              <a:gdLst>
                <a:gd name="T0" fmla="*/ 22 w 618"/>
                <a:gd name="T1" fmla="*/ 1451 h 1451"/>
                <a:gd name="T2" fmla="*/ 0 w 618"/>
                <a:gd name="T3" fmla="*/ 1442 h 1451"/>
                <a:gd name="T4" fmla="*/ 597 w 618"/>
                <a:gd name="T5" fmla="*/ 0 h 1451"/>
                <a:gd name="T6" fmla="*/ 618 w 618"/>
                <a:gd name="T7" fmla="*/ 9 h 1451"/>
                <a:gd name="T8" fmla="*/ 22 w 618"/>
                <a:gd name="T9" fmla="*/ 1451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8" h="1451">
                  <a:moveTo>
                    <a:pt x="22" y="1451"/>
                  </a:moveTo>
                  <a:lnTo>
                    <a:pt x="0" y="1442"/>
                  </a:lnTo>
                  <a:lnTo>
                    <a:pt x="597" y="0"/>
                  </a:lnTo>
                  <a:lnTo>
                    <a:pt x="618" y="9"/>
                  </a:lnTo>
                  <a:lnTo>
                    <a:pt x="22" y="1451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15"/>
            <p:cNvSpPr/>
            <p:nvPr/>
          </p:nvSpPr>
          <p:spPr bwMode="auto">
            <a:xfrm>
              <a:off x="9454976" y="4680012"/>
              <a:ext cx="441344" cy="705638"/>
            </a:xfrm>
            <a:custGeom>
              <a:avLst/>
              <a:gdLst>
                <a:gd name="T0" fmla="*/ 669 w 688"/>
                <a:gd name="T1" fmla="*/ 1100 h 1100"/>
                <a:gd name="T2" fmla="*/ 0 w 688"/>
                <a:gd name="T3" fmla="*/ 12 h 1100"/>
                <a:gd name="T4" fmla="*/ 19 w 688"/>
                <a:gd name="T5" fmla="*/ 0 h 1100"/>
                <a:gd name="T6" fmla="*/ 688 w 688"/>
                <a:gd name="T7" fmla="*/ 1088 h 1100"/>
                <a:gd name="T8" fmla="*/ 669 w 688"/>
                <a:gd name="T9" fmla="*/ 1100 h 1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8" h="1100">
                  <a:moveTo>
                    <a:pt x="669" y="1100"/>
                  </a:moveTo>
                  <a:lnTo>
                    <a:pt x="0" y="12"/>
                  </a:lnTo>
                  <a:lnTo>
                    <a:pt x="19" y="0"/>
                  </a:lnTo>
                  <a:lnTo>
                    <a:pt x="688" y="1088"/>
                  </a:lnTo>
                  <a:lnTo>
                    <a:pt x="669" y="1100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16"/>
            <p:cNvSpPr/>
            <p:nvPr/>
          </p:nvSpPr>
          <p:spPr bwMode="auto">
            <a:xfrm>
              <a:off x="9458184" y="4678729"/>
              <a:ext cx="878198" cy="397082"/>
            </a:xfrm>
            <a:custGeom>
              <a:avLst/>
              <a:gdLst>
                <a:gd name="T0" fmla="*/ 1360 w 1369"/>
                <a:gd name="T1" fmla="*/ 619 h 619"/>
                <a:gd name="T2" fmla="*/ 0 w 1369"/>
                <a:gd name="T3" fmla="*/ 19 h 619"/>
                <a:gd name="T4" fmla="*/ 9 w 1369"/>
                <a:gd name="T5" fmla="*/ 0 h 619"/>
                <a:gd name="T6" fmla="*/ 1369 w 1369"/>
                <a:gd name="T7" fmla="*/ 598 h 619"/>
                <a:gd name="T8" fmla="*/ 1360 w 1369"/>
                <a:gd name="T9" fmla="*/ 6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9" h="619">
                  <a:moveTo>
                    <a:pt x="1360" y="619"/>
                  </a:moveTo>
                  <a:lnTo>
                    <a:pt x="0" y="19"/>
                  </a:lnTo>
                  <a:lnTo>
                    <a:pt x="9" y="0"/>
                  </a:lnTo>
                  <a:lnTo>
                    <a:pt x="1369" y="598"/>
                  </a:lnTo>
                  <a:lnTo>
                    <a:pt x="1360" y="619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17"/>
            <p:cNvSpPr/>
            <p:nvPr/>
          </p:nvSpPr>
          <p:spPr bwMode="auto">
            <a:xfrm>
              <a:off x="7841632" y="3724835"/>
              <a:ext cx="693450" cy="410553"/>
            </a:xfrm>
            <a:custGeom>
              <a:avLst/>
              <a:gdLst>
                <a:gd name="T0" fmla="*/ 1069 w 1081"/>
                <a:gd name="T1" fmla="*/ 640 h 640"/>
                <a:gd name="T2" fmla="*/ 0 w 1081"/>
                <a:gd name="T3" fmla="*/ 19 h 640"/>
                <a:gd name="T4" fmla="*/ 12 w 1081"/>
                <a:gd name="T5" fmla="*/ 0 h 640"/>
                <a:gd name="T6" fmla="*/ 1081 w 1081"/>
                <a:gd name="T7" fmla="*/ 622 h 640"/>
                <a:gd name="T8" fmla="*/ 1069 w 1081"/>
                <a:gd name="T9" fmla="*/ 64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1" h="640">
                  <a:moveTo>
                    <a:pt x="1069" y="640"/>
                  </a:moveTo>
                  <a:lnTo>
                    <a:pt x="0" y="19"/>
                  </a:lnTo>
                  <a:lnTo>
                    <a:pt x="12" y="0"/>
                  </a:lnTo>
                  <a:lnTo>
                    <a:pt x="1081" y="622"/>
                  </a:lnTo>
                  <a:lnTo>
                    <a:pt x="1069" y="640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18"/>
            <p:cNvSpPr/>
            <p:nvPr/>
          </p:nvSpPr>
          <p:spPr bwMode="auto">
            <a:xfrm>
              <a:off x="8216261" y="4125124"/>
              <a:ext cx="320744" cy="411194"/>
            </a:xfrm>
            <a:custGeom>
              <a:avLst/>
              <a:gdLst>
                <a:gd name="T0" fmla="*/ 17 w 500"/>
                <a:gd name="T1" fmla="*/ 641 h 641"/>
                <a:gd name="T2" fmla="*/ 0 w 500"/>
                <a:gd name="T3" fmla="*/ 629 h 641"/>
                <a:gd name="T4" fmla="*/ 481 w 500"/>
                <a:gd name="T5" fmla="*/ 0 h 641"/>
                <a:gd name="T6" fmla="*/ 500 w 500"/>
                <a:gd name="T7" fmla="*/ 14 h 641"/>
                <a:gd name="T8" fmla="*/ 17 w 500"/>
                <a:gd name="T9" fmla="*/ 641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0" h="641">
                  <a:moveTo>
                    <a:pt x="17" y="641"/>
                  </a:moveTo>
                  <a:lnTo>
                    <a:pt x="0" y="629"/>
                  </a:lnTo>
                  <a:lnTo>
                    <a:pt x="481" y="0"/>
                  </a:lnTo>
                  <a:lnTo>
                    <a:pt x="500" y="14"/>
                  </a:lnTo>
                  <a:lnTo>
                    <a:pt x="17" y="641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19"/>
            <p:cNvSpPr/>
            <p:nvPr/>
          </p:nvSpPr>
          <p:spPr bwMode="auto">
            <a:xfrm>
              <a:off x="8240638" y="2439933"/>
              <a:ext cx="538851" cy="23094"/>
            </a:xfrm>
            <a:custGeom>
              <a:avLst/>
              <a:gdLst>
                <a:gd name="T0" fmla="*/ 840 w 840"/>
                <a:gd name="T1" fmla="*/ 36 h 36"/>
                <a:gd name="T2" fmla="*/ 0 w 840"/>
                <a:gd name="T3" fmla="*/ 24 h 36"/>
                <a:gd name="T4" fmla="*/ 0 w 840"/>
                <a:gd name="T5" fmla="*/ 0 h 36"/>
                <a:gd name="T6" fmla="*/ 840 w 840"/>
                <a:gd name="T7" fmla="*/ 12 h 36"/>
                <a:gd name="T8" fmla="*/ 840 w 840"/>
                <a:gd name="T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0" h="36">
                  <a:moveTo>
                    <a:pt x="840" y="36"/>
                  </a:moveTo>
                  <a:lnTo>
                    <a:pt x="0" y="24"/>
                  </a:lnTo>
                  <a:lnTo>
                    <a:pt x="0" y="0"/>
                  </a:lnTo>
                  <a:lnTo>
                    <a:pt x="840" y="12"/>
                  </a:lnTo>
                  <a:lnTo>
                    <a:pt x="840" y="36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20"/>
            <p:cNvSpPr/>
            <p:nvPr/>
          </p:nvSpPr>
          <p:spPr bwMode="auto">
            <a:xfrm>
              <a:off x="8771791" y="1944062"/>
              <a:ext cx="42980" cy="511267"/>
            </a:xfrm>
            <a:custGeom>
              <a:avLst/>
              <a:gdLst>
                <a:gd name="T0" fmla="*/ 24 w 67"/>
                <a:gd name="T1" fmla="*/ 797 h 797"/>
                <a:gd name="T2" fmla="*/ 0 w 67"/>
                <a:gd name="T3" fmla="*/ 797 h 797"/>
                <a:gd name="T4" fmla="*/ 43 w 67"/>
                <a:gd name="T5" fmla="*/ 0 h 797"/>
                <a:gd name="T6" fmla="*/ 67 w 67"/>
                <a:gd name="T7" fmla="*/ 0 h 797"/>
                <a:gd name="T8" fmla="*/ 24 w 67"/>
                <a:gd name="T9" fmla="*/ 797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797">
                  <a:moveTo>
                    <a:pt x="24" y="797"/>
                  </a:moveTo>
                  <a:lnTo>
                    <a:pt x="0" y="797"/>
                  </a:lnTo>
                  <a:lnTo>
                    <a:pt x="43" y="0"/>
                  </a:lnTo>
                  <a:lnTo>
                    <a:pt x="67" y="0"/>
                  </a:lnTo>
                  <a:lnTo>
                    <a:pt x="24" y="79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21"/>
            <p:cNvSpPr/>
            <p:nvPr/>
          </p:nvSpPr>
          <p:spPr bwMode="auto">
            <a:xfrm>
              <a:off x="10075938" y="1881837"/>
              <a:ext cx="45546" cy="781333"/>
            </a:xfrm>
            <a:custGeom>
              <a:avLst/>
              <a:gdLst>
                <a:gd name="T0" fmla="*/ 49 w 71"/>
                <a:gd name="T1" fmla="*/ 1218 h 1218"/>
                <a:gd name="T2" fmla="*/ 0 w 71"/>
                <a:gd name="T3" fmla="*/ 0 h 1218"/>
                <a:gd name="T4" fmla="*/ 21 w 71"/>
                <a:gd name="T5" fmla="*/ 0 h 1218"/>
                <a:gd name="T6" fmla="*/ 71 w 71"/>
                <a:gd name="T7" fmla="*/ 1218 h 1218"/>
                <a:gd name="T8" fmla="*/ 49 w 71"/>
                <a:gd name="T9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218">
                  <a:moveTo>
                    <a:pt x="49" y="121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71" y="1218"/>
                  </a:lnTo>
                  <a:lnTo>
                    <a:pt x="49" y="1218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22"/>
            <p:cNvSpPr/>
            <p:nvPr/>
          </p:nvSpPr>
          <p:spPr bwMode="auto">
            <a:xfrm>
              <a:off x="10110578" y="2656756"/>
              <a:ext cx="649187" cy="348970"/>
            </a:xfrm>
            <a:custGeom>
              <a:avLst/>
              <a:gdLst>
                <a:gd name="T0" fmla="*/ 1001 w 1012"/>
                <a:gd name="T1" fmla="*/ 544 h 544"/>
                <a:gd name="T2" fmla="*/ 0 w 1012"/>
                <a:gd name="T3" fmla="*/ 19 h 544"/>
                <a:gd name="T4" fmla="*/ 12 w 1012"/>
                <a:gd name="T5" fmla="*/ 0 h 544"/>
                <a:gd name="T6" fmla="*/ 1012 w 1012"/>
                <a:gd name="T7" fmla="*/ 523 h 544"/>
                <a:gd name="T8" fmla="*/ 1001 w 1012"/>
                <a:gd name="T9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2" h="544">
                  <a:moveTo>
                    <a:pt x="1001" y="544"/>
                  </a:moveTo>
                  <a:lnTo>
                    <a:pt x="0" y="19"/>
                  </a:lnTo>
                  <a:lnTo>
                    <a:pt x="12" y="0"/>
                  </a:lnTo>
                  <a:lnTo>
                    <a:pt x="1012" y="523"/>
                  </a:lnTo>
                  <a:lnTo>
                    <a:pt x="1001" y="544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23"/>
            <p:cNvSpPr/>
            <p:nvPr/>
          </p:nvSpPr>
          <p:spPr bwMode="auto">
            <a:xfrm>
              <a:off x="10698182" y="2526534"/>
              <a:ext cx="64790" cy="473419"/>
            </a:xfrm>
            <a:custGeom>
              <a:avLst/>
              <a:gdLst>
                <a:gd name="T0" fmla="*/ 78 w 101"/>
                <a:gd name="T1" fmla="*/ 738 h 738"/>
                <a:gd name="T2" fmla="*/ 0 w 101"/>
                <a:gd name="T3" fmla="*/ 2 h 738"/>
                <a:gd name="T4" fmla="*/ 23 w 101"/>
                <a:gd name="T5" fmla="*/ 0 h 738"/>
                <a:gd name="T6" fmla="*/ 101 w 101"/>
                <a:gd name="T7" fmla="*/ 735 h 738"/>
                <a:gd name="T8" fmla="*/ 78 w 101"/>
                <a:gd name="T9" fmla="*/ 738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738">
                  <a:moveTo>
                    <a:pt x="78" y="738"/>
                  </a:moveTo>
                  <a:lnTo>
                    <a:pt x="0" y="2"/>
                  </a:lnTo>
                  <a:lnTo>
                    <a:pt x="23" y="0"/>
                  </a:lnTo>
                  <a:lnTo>
                    <a:pt x="101" y="735"/>
                  </a:lnTo>
                  <a:lnTo>
                    <a:pt x="78" y="738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24"/>
            <p:cNvSpPr/>
            <p:nvPr/>
          </p:nvSpPr>
          <p:spPr bwMode="auto">
            <a:xfrm>
              <a:off x="10753991" y="2904371"/>
              <a:ext cx="324593" cy="101355"/>
            </a:xfrm>
            <a:custGeom>
              <a:avLst/>
              <a:gdLst>
                <a:gd name="T0" fmla="*/ 7 w 506"/>
                <a:gd name="T1" fmla="*/ 158 h 158"/>
                <a:gd name="T2" fmla="*/ 0 w 506"/>
                <a:gd name="T3" fmla="*/ 137 h 158"/>
                <a:gd name="T4" fmla="*/ 499 w 506"/>
                <a:gd name="T5" fmla="*/ 0 h 158"/>
                <a:gd name="T6" fmla="*/ 506 w 506"/>
                <a:gd name="T7" fmla="*/ 21 h 158"/>
                <a:gd name="T8" fmla="*/ 7 w 506"/>
                <a:gd name="T9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158">
                  <a:moveTo>
                    <a:pt x="7" y="158"/>
                  </a:moveTo>
                  <a:lnTo>
                    <a:pt x="0" y="137"/>
                  </a:lnTo>
                  <a:lnTo>
                    <a:pt x="499" y="0"/>
                  </a:lnTo>
                  <a:lnTo>
                    <a:pt x="506" y="21"/>
                  </a:lnTo>
                  <a:lnTo>
                    <a:pt x="7" y="158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25"/>
            <p:cNvSpPr/>
            <p:nvPr/>
          </p:nvSpPr>
          <p:spPr bwMode="auto">
            <a:xfrm>
              <a:off x="10752708" y="2992255"/>
              <a:ext cx="307915" cy="222597"/>
            </a:xfrm>
            <a:custGeom>
              <a:avLst/>
              <a:gdLst>
                <a:gd name="T0" fmla="*/ 466 w 480"/>
                <a:gd name="T1" fmla="*/ 347 h 347"/>
                <a:gd name="T2" fmla="*/ 0 w 480"/>
                <a:gd name="T3" fmla="*/ 19 h 347"/>
                <a:gd name="T4" fmla="*/ 11 w 480"/>
                <a:gd name="T5" fmla="*/ 0 h 347"/>
                <a:gd name="T6" fmla="*/ 480 w 480"/>
                <a:gd name="T7" fmla="*/ 328 h 347"/>
                <a:gd name="T8" fmla="*/ 466 w 480"/>
                <a:gd name="T9" fmla="*/ 34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47">
                  <a:moveTo>
                    <a:pt x="466" y="347"/>
                  </a:moveTo>
                  <a:lnTo>
                    <a:pt x="0" y="19"/>
                  </a:lnTo>
                  <a:lnTo>
                    <a:pt x="11" y="0"/>
                  </a:lnTo>
                  <a:lnTo>
                    <a:pt x="480" y="328"/>
                  </a:lnTo>
                  <a:lnTo>
                    <a:pt x="466" y="34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26"/>
            <p:cNvSpPr/>
            <p:nvPr/>
          </p:nvSpPr>
          <p:spPr bwMode="auto">
            <a:xfrm>
              <a:off x="10391550" y="3201380"/>
              <a:ext cx="665866" cy="271350"/>
            </a:xfrm>
            <a:custGeom>
              <a:avLst/>
              <a:gdLst>
                <a:gd name="T0" fmla="*/ 9 w 1038"/>
                <a:gd name="T1" fmla="*/ 423 h 423"/>
                <a:gd name="T2" fmla="*/ 0 w 1038"/>
                <a:gd name="T3" fmla="*/ 402 h 423"/>
                <a:gd name="T4" fmla="*/ 1031 w 1038"/>
                <a:gd name="T5" fmla="*/ 0 h 423"/>
                <a:gd name="T6" fmla="*/ 1038 w 1038"/>
                <a:gd name="T7" fmla="*/ 21 h 423"/>
                <a:gd name="T8" fmla="*/ 9 w 1038"/>
                <a:gd name="T9" fmla="*/ 42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8" h="423">
                  <a:moveTo>
                    <a:pt x="9" y="423"/>
                  </a:moveTo>
                  <a:lnTo>
                    <a:pt x="0" y="402"/>
                  </a:lnTo>
                  <a:lnTo>
                    <a:pt x="1031" y="0"/>
                  </a:lnTo>
                  <a:lnTo>
                    <a:pt x="1038" y="21"/>
                  </a:lnTo>
                  <a:lnTo>
                    <a:pt x="9" y="42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7"/>
            <p:cNvSpPr/>
            <p:nvPr/>
          </p:nvSpPr>
          <p:spPr bwMode="auto">
            <a:xfrm>
              <a:off x="10389626" y="3459258"/>
              <a:ext cx="721034" cy="380403"/>
            </a:xfrm>
            <a:custGeom>
              <a:avLst/>
              <a:gdLst>
                <a:gd name="T0" fmla="*/ 1112 w 1124"/>
                <a:gd name="T1" fmla="*/ 593 h 593"/>
                <a:gd name="T2" fmla="*/ 0 w 1124"/>
                <a:gd name="T3" fmla="*/ 21 h 593"/>
                <a:gd name="T4" fmla="*/ 12 w 1124"/>
                <a:gd name="T5" fmla="*/ 0 h 593"/>
                <a:gd name="T6" fmla="*/ 1124 w 1124"/>
                <a:gd name="T7" fmla="*/ 575 h 593"/>
                <a:gd name="T8" fmla="*/ 1112 w 1124"/>
                <a:gd name="T9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593">
                  <a:moveTo>
                    <a:pt x="1112" y="593"/>
                  </a:moveTo>
                  <a:lnTo>
                    <a:pt x="0" y="21"/>
                  </a:lnTo>
                  <a:lnTo>
                    <a:pt x="12" y="0"/>
                  </a:lnTo>
                  <a:lnTo>
                    <a:pt x="1124" y="575"/>
                  </a:lnTo>
                  <a:lnTo>
                    <a:pt x="1112" y="59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8"/>
            <p:cNvSpPr/>
            <p:nvPr/>
          </p:nvSpPr>
          <p:spPr bwMode="auto">
            <a:xfrm>
              <a:off x="10388343" y="2993538"/>
              <a:ext cx="373347" cy="477909"/>
            </a:xfrm>
            <a:custGeom>
              <a:avLst/>
              <a:gdLst>
                <a:gd name="T0" fmla="*/ 16 w 582"/>
                <a:gd name="T1" fmla="*/ 745 h 745"/>
                <a:gd name="T2" fmla="*/ 0 w 582"/>
                <a:gd name="T3" fmla="*/ 731 h 745"/>
                <a:gd name="T4" fmla="*/ 563 w 582"/>
                <a:gd name="T5" fmla="*/ 0 h 745"/>
                <a:gd name="T6" fmla="*/ 582 w 582"/>
                <a:gd name="T7" fmla="*/ 14 h 745"/>
                <a:gd name="T8" fmla="*/ 16 w 582"/>
                <a:gd name="T9" fmla="*/ 745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2" h="745">
                  <a:moveTo>
                    <a:pt x="16" y="745"/>
                  </a:moveTo>
                  <a:lnTo>
                    <a:pt x="0" y="731"/>
                  </a:lnTo>
                  <a:lnTo>
                    <a:pt x="563" y="0"/>
                  </a:lnTo>
                  <a:lnTo>
                    <a:pt x="582" y="14"/>
                  </a:lnTo>
                  <a:lnTo>
                    <a:pt x="16" y="74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29"/>
            <p:cNvSpPr/>
            <p:nvPr/>
          </p:nvSpPr>
          <p:spPr bwMode="auto">
            <a:xfrm>
              <a:off x="8527383" y="3504804"/>
              <a:ext cx="980837" cy="630584"/>
            </a:xfrm>
            <a:custGeom>
              <a:avLst/>
              <a:gdLst>
                <a:gd name="T0" fmla="*/ 12 w 1529"/>
                <a:gd name="T1" fmla="*/ 983 h 983"/>
                <a:gd name="T2" fmla="*/ 0 w 1529"/>
                <a:gd name="T3" fmla="*/ 965 h 983"/>
                <a:gd name="T4" fmla="*/ 1517 w 1529"/>
                <a:gd name="T5" fmla="*/ 0 h 983"/>
                <a:gd name="T6" fmla="*/ 1529 w 1529"/>
                <a:gd name="T7" fmla="*/ 19 h 983"/>
                <a:gd name="T8" fmla="*/ 12 w 1529"/>
                <a:gd name="T9" fmla="*/ 983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9" h="983">
                  <a:moveTo>
                    <a:pt x="12" y="983"/>
                  </a:moveTo>
                  <a:lnTo>
                    <a:pt x="0" y="965"/>
                  </a:lnTo>
                  <a:lnTo>
                    <a:pt x="1517" y="0"/>
                  </a:lnTo>
                  <a:lnTo>
                    <a:pt x="1529" y="19"/>
                  </a:lnTo>
                  <a:lnTo>
                    <a:pt x="12" y="98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30"/>
            <p:cNvSpPr/>
            <p:nvPr/>
          </p:nvSpPr>
          <p:spPr bwMode="auto">
            <a:xfrm>
              <a:off x="9453693" y="3509295"/>
              <a:ext cx="57093" cy="1175208"/>
            </a:xfrm>
            <a:custGeom>
              <a:avLst/>
              <a:gdLst>
                <a:gd name="T0" fmla="*/ 21 w 89"/>
                <a:gd name="T1" fmla="*/ 1832 h 1832"/>
                <a:gd name="T2" fmla="*/ 0 w 89"/>
                <a:gd name="T3" fmla="*/ 1830 h 1832"/>
                <a:gd name="T4" fmla="*/ 68 w 89"/>
                <a:gd name="T5" fmla="*/ 0 h 1832"/>
                <a:gd name="T6" fmla="*/ 89 w 89"/>
                <a:gd name="T7" fmla="*/ 2 h 1832"/>
                <a:gd name="T8" fmla="*/ 21 w 89"/>
                <a:gd name="T9" fmla="*/ 1832 h 1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832">
                  <a:moveTo>
                    <a:pt x="21" y="1832"/>
                  </a:moveTo>
                  <a:lnTo>
                    <a:pt x="0" y="1830"/>
                  </a:lnTo>
                  <a:lnTo>
                    <a:pt x="68" y="0"/>
                  </a:lnTo>
                  <a:lnTo>
                    <a:pt x="89" y="2"/>
                  </a:lnTo>
                  <a:lnTo>
                    <a:pt x="21" y="1832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31"/>
            <p:cNvSpPr/>
            <p:nvPr/>
          </p:nvSpPr>
          <p:spPr bwMode="auto">
            <a:xfrm>
              <a:off x="9500522" y="3504804"/>
              <a:ext cx="875632" cy="696015"/>
            </a:xfrm>
            <a:custGeom>
              <a:avLst/>
              <a:gdLst>
                <a:gd name="T0" fmla="*/ 1351 w 1365"/>
                <a:gd name="T1" fmla="*/ 1085 h 1085"/>
                <a:gd name="T2" fmla="*/ 0 w 1365"/>
                <a:gd name="T3" fmla="*/ 16 h 1085"/>
                <a:gd name="T4" fmla="*/ 12 w 1365"/>
                <a:gd name="T5" fmla="*/ 0 h 1085"/>
                <a:gd name="T6" fmla="*/ 1365 w 1365"/>
                <a:gd name="T7" fmla="*/ 1066 h 1085"/>
                <a:gd name="T8" fmla="*/ 1351 w 1365"/>
                <a:gd name="T9" fmla="*/ 1085 h 1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5" h="1085">
                  <a:moveTo>
                    <a:pt x="1351" y="1085"/>
                  </a:moveTo>
                  <a:lnTo>
                    <a:pt x="0" y="16"/>
                  </a:lnTo>
                  <a:lnTo>
                    <a:pt x="12" y="0"/>
                  </a:lnTo>
                  <a:lnTo>
                    <a:pt x="1365" y="1066"/>
                  </a:lnTo>
                  <a:lnTo>
                    <a:pt x="1351" y="108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32"/>
            <p:cNvSpPr/>
            <p:nvPr/>
          </p:nvSpPr>
          <p:spPr bwMode="auto">
            <a:xfrm>
              <a:off x="10369740" y="4059692"/>
              <a:ext cx="672922" cy="142411"/>
            </a:xfrm>
            <a:custGeom>
              <a:avLst/>
              <a:gdLst>
                <a:gd name="T0" fmla="*/ 5 w 1049"/>
                <a:gd name="T1" fmla="*/ 222 h 222"/>
                <a:gd name="T2" fmla="*/ 0 w 1049"/>
                <a:gd name="T3" fmla="*/ 201 h 222"/>
                <a:gd name="T4" fmla="*/ 1044 w 1049"/>
                <a:gd name="T5" fmla="*/ 0 h 222"/>
                <a:gd name="T6" fmla="*/ 1049 w 1049"/>
                <a:gd name="T7" fmla="*/ 22 h 222"/>
                <a:gd name="T8" fmla="*/ 5 w 1049"/>
                <a:gd name="T9" fmla="*/ 2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9" h="222">
                  <a:moveTo>
                    <a:pt x="5" y="222"/>
                  </a:moveTo>
                  <a:lnTo>
                    <a:pt x="0" y="201"/>
                  </a:lnTo>
                  <a:lnTo>
                    <a:pt x="1044" y="0"/>
                  </a:lnTo>
                  <a:lnTo>
                    <a:pt x="1049" y="22"/>
                  </a:lnTo>
                  <a:lnTo>
                    <a:pt x="5" y="222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33"/>
            <p:cNvSpPr/>
            <p:nvPr/>
          </p:nvSpPr>
          <p:spPr bwMode="auto">
            <a:xfrm>
              <a:off x="10365249" y="4191839"/>
              <a:ext cx="268784" cy="532436"/>
            </a:xfrm>
            <a:custGeom>
              <a:avLst/>
              <a:gdLst>
                <a:gd name="T0" fmla="*/ 400 w 419"/>
                <a:gd name="T1" fmla="*/ 830 h 830"/>
                <a:gd name="T2" fmla="*/ 0 w 419"/>
                <a:gd name="T3" fmla="*/ 9 h 830"/>
                <a:gd name="T4" fmla="*/ 19 w 419"/>
                <a:gd name="T5" fmla="*/ 0 h 830"/>
                <a:gd name="T6" fmla="*/ 419 w 419"/>
                <a:gd name="T7" fmla="*/ 820 h 830"/>
                <a:gd name="T8" fmla="*/ 400 w 419"/>
                <a:gd name="T9" fmla="*/ 83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9" h="830">
                  <a:moveTo>
                    <a:pt x="400" y="830"/>
                  </a:moveTo>
                  <a:lnTo>
                    <a:pt x="0" y="9"/>
                  </a:lnTo>
                  <a:lnTo>
                    <a:pt x="19" y="0"/>
                  </a:lnTo>
                  <a:lnTo>
                    <a:pt x="419" y="820"/>
                  </a:lnTo>
                  <a:lnTo>
                    <a:pt x="400" y="830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34"/>
            <p:cNvSpPr/>
            <p:nvPr/>
          </p:nvSpPr>
          <p:spPr bwMode="auto">
            <a:xfrm>
              <a:off x="8637078" y="5440176"/>
              <a:ext cx="443269" cy="177051"/>
            </a:xfrm>
            <a:custGeom>
              <a:avLst/>
              <a:gdLst>
                <a:gd name="T0" fmla="*/ 681 w 691"/>
                <a:gd name="T1" fmla="*/ 276 h 276"/>
                <a:gd name="T2" fmla="*/ 0 w 691"/>
                <a:gd name="T3" fmla="*/ 21 h 276"/>
                <a:gd name="T4" fmla="*/ 9 w 691"/>
                <a:gd name="T5" fmla="*/ 0 h 276"/>
                <a:gd name="T6" fmla="*/ 691 w 691"/>
                <a:gd name="T7" fmla="*/ 255 h 276"/>
                <a:gd name="T8" fmla="*/ 681 w 691"/>
                <a:gd name="T9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1" h="276">
                  <a:moveTo>
                    <a:pt x="681" y="276"/>
                  </a:moveTo>
                  <a:lnTo>
                    <a:pt x="0" y="21"/>
                  </a:lnTo>
                  <a:lnTo>
                    <a:pt x="9" y="0"/>
                  </a:lnTo>
                  <a:lnTo>
                    <a:pt x="691" y="255"/>
                  </a:lnTo>
                  <a:lnTo>
                    <a:pt x="681" y="276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35"/>
            <p:cNvSpPr/>
            <p:nvPr/>
          </p:nvSpPr>
          <p:spPr bwMode="auto">
            <a:xfrm>
              <a:off x="8732660" y="5605039"/>
              <a:ext cx="348970" cy="312405"/>
            </a:xfrm>
            <a:custGeom>
              <a:avLst/>
              <a:gdLst>
                <a:gd name="T0" fmla="*/ 14 w 544"/>
                <a:gd name="T1" fmla="*/ 487 h 487"/>
                <a:gd name="T2" fmla="*/ 0 w 544"/>
                <a:gd name="T3" fmla="*/ 471 h 487"/>
                <a:gd name="T4" fmla="*/ 530 w 544"/>
                <a:gd name="T5" fmla="*/ 0 h 487"/>
                <a:gd name="T6" fmla="*/ 544 w 544"/>
                <a:gd name="T7" fmla="*/ 17 h 487"/>
                <a:gd name="T8" fmla="*/ 14 w 544"/>
                <a:gd name="T9" fmla="*/ 487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487">
                  <a:moveTo>
                    <a:pt x="14" y="487"/>
                  </a:moveTo>
                  <a:lnTo>
                    <a:pt x="0" y="471"/>
                  </a:lnTo>
                  <a:lnTo>
                    <a:pt x="530" y="0"/>
                  </a:lnTo>
                  <a:lnTo>
                    <a:pt x="544" y="17"/>
                  </a:lnTo>
                  <a:lnTo>
                    <a:pt x="14" y="48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36"/>
            <p:cNvSpPr/>
            <p:nvPr/>
          </p:nvSpPr>
          <p:spPr bwMode="auto">
            <a:xfrm>
              <a:off x="8862882" y="4678729"/>
              <a:ext cx="599792" cy="172560"/>
            </a:xfrm>
            <a:custGeom>
              <a:avLst/>
              <a:gdLst>
                <a:gd name="T0" fmla="*/ 5 w 935"/>
                <a:gd name="T1" fmla="*/ 269 h 269"/>
                <a:gd name="T2" fmla="*/ 0 w 935"/>
                <a:gd name="T3" fmla="*/ 248 h 269"/>
                <a:gd name="T4" fmla="*/ 930 w 935"/>
                <a:gd name="T5" fmla="*/ 0 h 269"/>
                <a:gd name="T6" fmla="*/ 935 w 935"/>
                <a:gd name="T7" fmla="*/ 21 h 269"/>
                <a:gd name="T8" fmla="*/ 5 w 935"/>
                <a:gd name="T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5" h="269">
                  <a:moveTo>
                    <a:pt x="5" y="269"/>
                  </a:moveTo>
                  <a:lnTo>
                    <a:pt x="0" y="248"/>
                  </a:lnTo>
                  <a:lnTo>
                    <a:pt x="930" y="0"/>
                  </a:lnTo>
                  <a:lnTo>
                    <a:pt x="935" y="21"/>
                  </a:lnTo>
                  <a:lnTo>
                    <a:pt x="5" y="269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37"/>
            <p:cNvSpPr/>
            <p:nvPr/>
          </p:nvSpPr>
          <p:spPr bwMode="auto">
            <a:xfrm>
              <a:off x="8377275" y="4742236"/>
              <a:ext cx="488815" cy="109053"/>
            </a:xfrm>
            <a:custGeom>
              <a:avLst/>
              <a:gdLst>
                <a:gd name="T0" fmla="*/ 757 w 762"/>
                <a:gd name="T1" fmla="*/ 170 h 170"/>
                <a:gd name="T2" fmla="*/ 0 w 762"/>
                <a:gd name="T3" fmla="*/ 21 h 170"/>
                <a:gd name="T4" fmla="*/ 5 w 762"/>
                <a:gd name="T5" fmla="*/ 0 h 170"/>
                <a:gd name="T6" fmla="*/ 762 w 762"/>
                <a:gd name="T7" fmla="*/ 149 h 170"/>
                <a:gd name="T8" fmla="*/ 757 w 762"/>
                <a:gd name="T9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2" h="170">
                  <a:moveTo>
                    <a:pt x="757" y="170"/>
                  </a:moveTo>
                  <a:lnTo>
                    <a:pt x="0" y="21"/>
                  </a:lnTo>
                  <a:lnTo>
                    <a:pt x="5" y="0"/>
                  </a:lnTo>
                  <a:lnTo>
                    <a:pt x="762" y="149"/>
                  </a:lnTo>
                  <a:lnTo>
                    <a:pt x="757" y="170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38"/>
            <p:cNvSpPr/>
            <p:nvPr/>
          </p:nvSpPr>
          <p:spPr bwMode="auto">
            <a:xfrm>
              <a:off x="8688397" y="4841025"/>
              <a:ext cx="182183" cy="265576"/>
            </a:xfrm>
            <a:custGeom>
              <a:avLst/>
              <a:gdLst>
                <a:gd name="T0" fmla="*/ 19 w 284"/>
                <a:gd name="T1" fmla="*/ 414 h 414"/>
                <a:gd name="T2" fmla="*/ 0 w 284"/>
                <a:gd name="T3" fmla="*/ 399 h 414"/>
                <a:gd name="T4" fmla="*/ 265 w 284"/>
                <a:gd name="T5" fmla="*/ 0 h 414"/>
                <a:gd name="T6" fmla="*/ 284 w 284"/>
                <a:gd name="T7" fmla="*/ 12 h 414"/>
                <a:gd name="T8" fmla="*/ 19 w 284"/>
                <a:gd name="T9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4" h="414">
                  <a:moveTo>
                    <a:pt x="19" y="414"/>
                  </a:moveTo>
                  <a:lnTo>
                    <a:pt x="0" y="399"/>
                  </a:lnTo>
                  <a:lnTo>
                    <a:pt x="265" y="0"/>
                  </a:lnTo>
                  <a:lnTo>
                    <a:pt x="284" y="12"/>
                  </a:lnTo>
                  <a:lnTo>
                    <a:pt x="19" y="414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39"/>
            <p:cNvSpPr/>
            <p:nvPr/>
          </p:nvSpPr>
          <p:spPr bwMode="auto">
            <a:xfrm>
              <a:off x="9758401" y="5380517"/>
              <a:ext cx="137920" cy="472136"/>
            </a:xfrm>
            <a:custGeom>
              <a:avLst/>
              <a:gdLst>
                <a:gd name="T0" fmla="*/ 21 w 215"/>
                <a:gd name="T1" fmla="*/ 736 h 736"/>
                <a:gd name="T2" fmla="*/ 0 w 215"/>
                <a:gd name="T3" fmla="*/ 731 h 736"/>
                <a:gd name="T4" fmla="*/ 194 w 215"/>
                <a:gd name="T5" fmla="*/ 0 h 736"/>
                <a:gd name="T6" fmla="*/ 215 w 215"/>
                <a:gd name="T7" fmla="*/ 5 h 736"/>
                <a:gd name="T8" fmla="*/ 21 w 215"/>
                <a:gd name="T9" fmla="*/ 73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" h="736">
                  <a:moveTo>
                    <a:pt x="21" y="736"/>
                  </a:moveTo>
                  <a:lnTo>
                    <a:pt x="0" y="731"/>
                  </a:lnTo>
                  <a:lnTo>
                    <a:pt x="194" y="0"/>
                  </a:lnTo>
                  <a:lnTo>
                    <a:pt x="215" y="5"/>
                  </a:lnTo>
                  <a:lnTo>
                    <a:pt x="21" y="736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40"/>
            <p:cNvSpPr/>
            <p:nvPr/>
          </p:nvSpPr>
          <p:spPr bwMode="auto">
            <a:xfrm>
              <a:off x="9887340" y="5376027"/>
              <a:ext cx="470853" cy="279048"/>
            </a:xfrm>
            <a:custGeom>
              <a:avLst/>
              <a:gdLst>
                <a:gd name="T0" fmla="*/ 724 w 734"/>
                <a:gd name="T1" fmla="*/ 435 h 435"/>
                <a:gd name="T2" fmla="*/ 0 w 734"/>
                <a:gd name="T3" fmla="*/ 19 h 435"/>
                <a:gd name="T4" fmla="*/ 10 w 734"/>
                <a:gd name="T5" fmla="*/ 0 h 435"/>
                <a:gd name="T6" fmla="*/ 734 w 734"/>
                <a:gd name="T7" fmla="*/ 414 h 435"/>
                <a:gd name="T8" fmla="*/ 724 w 734"/>
                <a:gd name="T9" fmla="*/ 435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4" h="435">
                  <a:moveTo>
                    <a:pt x="724" y="435"/>
                  </a:moveTo>
                  <a:lnTo>
                    <a:pt x="0" y="19"/>
                  </a:lnTo>
                  <a:lnTo>
                    <a:pt x="10" y="0"/>
                  </a:lnTo>
                  <a:lnTo>
                    <a:pt x="734" y="414"/>
                  </a:lnTo>
                  <a:lnTo>
                    <a:pt x="724" y="43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41"/>
            <p:cNvSpPr/>
            <p:nvPr/>
          </p:nvSpPr>
          <p:spPr bwMode="auto">
            <a:xfrm>
              <a:off x="9213776" y="1813840"/>
              <a:ext cx="416968" cy="154599"/>
            </a:xfrm>
            <a:custGeom>
              <a:avLst/>
              <a:gdLst>
                <a:gd name="T0" fmla="*/ 643 w 650"/>
                <a:gd name="T1" fmla="*/ 241 h 241"/>
                <a:gd name="T2" fmla="*/ 0 w 650"/>
                <a:gd name="T3" fmla="*/ 21 h 241"/>
                <a:gd name="T4" fmla="*/ 7 w 650"/>
                <a:gd name="T5" fmla="*/ 0 h 241"/>
                <a:gd name="T6" fmla="*/ 650 w 650"/>
                <a:gd name="T7" fmla="*/ 220 h 241"/>
                <a:gd name="T8" fmla="*/ 643 w 650"/>
                <a:gd name="T9" fmla="*/ 24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41">
                  <a:moveTo>
                    <a:pt x="643" y="241"/>
                  </a:moveTo>
                  <a:lnTo>
                    <a:pt x="0" y="21"/>
                  </a:lnTo>
                  <a:lnTo>
                    <a:pt x="7" y="0"/>
                  </a:lnTo>
                  <a:lnTo>
                    <a:pt x="650" y="220"/>
                  </a:lnTo>
                  <a:lnTo>
                    <a:pt x="643" y="241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42"/>
            <p:cNvSpPr/>
            <p:nvPr/>
          </p:nvSpPr>
          <p:spPr bwMode="auto">
            <a:xfrm>
              <a:off x="9624971" y="1822820"/>
              <a:ext cx="302141" cy="144335"/>
            </a:xfrm>
            <a:custGeom>
              <a:avLst/>
              <a:gdLst>
                <a:gd name="T0" fmla="*/ 9 w 471"/>
                <a:gd name="T1" fmla="*/ 225 h 225"/>
                <a:gd name="T2" fmla="*/ 0 w 471"/>
                <a:gd name="T3" fmla="*/ 206 h 225"/>
                <a:gd name="T4" fmla="*/ 461 w 471"/>
                <a:gd name="T5" fmla="*/ 0 h 225"/>
                <a:gd name="T6" fmla="*/ 471 w 471"/>
                <a:gd name="T7" fmla="*/ 21 h 225"/>
                <a:gd name="T8" fmla="*/ 9 w 471"/>
                <a:gd name="T9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1" h="225">
                  <a:moveTo>
                    <a:pt x="9" y="225"/>
                  </a:moveTo>
                  <a:lnTo>
                    <a:pt x="0" y="206"/>
                  </a:lnTo>
                  <a:lnTo>
                    <a:pt x="461" y="0"/>
                  </a:lnTo>
                  <a:lnTo>
                    <a:pt x="471" y="21"/>
                  </a:lnTo>
                  <a:lnTo>
                    <a:pt x="9" y="22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43"/>
            <p:cNvSpPr/>
            <p:nvPr/>
          </p:nvSpPr>
          <p:spPr bwMode="auto">
            <a:xfrm>
              <a:off x="9213776" y="2201940"/>
              <a:ext cx="297009" cy="1310562"/>
            </a:xfrm>
            <a:custGeom>
              <a:avLst/>
              <a:gdLst>
                <a:gd name="T0" fmla="*/ 442 w 463"/>
                <a:gd name="T1" fmla="*/ 2043 h 2043"/>
                <a:gd name="T2" fmla="*/ 0 w 463"/>
                <a:gd name="T3" fmla="*/ 5 h 2043"/>
                <a:gd name="T4" fmla="*/ 21 w 463"/>
                <a:gd name="T5" fmla="*/ 0 h 2043"/>
                <a:gd name="T6" fmla="*/ 463 w 463"/>
                <a:gd name="T7" fmla="*/ 2038 h 2043"/>
                <a:gd name="T8" fmla="*/ 442 w 463"/>
                <a:gd name="T9" fmla="*/ 2043 h 2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3" h="2043">
                  <a:moveTo>
                    <a:pt x="442" y="2043"/>
                  </a:moveTo>
                  <a:lnTo>
                    <a:pt x="0" y="5"/>
                  </a:lnTo>
                  <a:lnTo>
                    <a:pt x="21" y="0"/>
                  </a:lnTo>
                  <a:lnTo>
                    <a:pt x="463" y="2038"/>
                  </a:lnTo>
                  <a:lnTo>
                    <a:pt x="442" y="204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44"/>
            <p:cNvSpPr/>
            <p:nvPr/>
          </p:nvSpPr>
          <p:spPr bwMode="auto">
            <a:xfrm>
              <a:off x="9215059" y="2022965"/>
              <a:ext cx="182183" cy="185390"/>
            </a:xfrm>
            <a:custGeom>
              <a:avLst/>
              <a:gdLst>
                <a:gd name="T0" fmla="*/ 17 w 284"/>
                <a:gd name="T1" fmla="*/ 289 h 289"/>
                <a:gd name="T2" fmla="*/ 0 w 284"/>
                <a:gd name="T3" fmla="*/ 274 h 289"/>
                <a:gd name="T4" fmla="*/ 267 w 284"/>
                <a:gd name="T5" fmla="*/ 0 h 289"/>
                <a:gd name="T6" fmla="*/ 284 w 284"/>
                <a:gd name="T7" fmla="*/ 14 h 289"/>
                <a:gd name="T8" fmla="*/ 17 w 284"/>
                <a:gd name="T9" fmla="*/ 289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4" h="289">
                  <a:moveTo>
                    <a:pt x="17" y="289"/>
                  </a:moveTo>
                  <a:lnTo>
                    <a:pt x="0" y="274"/>
                  </a:lnTo>
                  <a:lnTo>
                    <a:pt x="267" y="0"/>
                  </a:lnTo>
                  <a:lnTo>
                    <a:pt x="284" y="14"/>
                  </a:lnTo>
                  <a:lnTo>
                    <a:pt x="17" y="289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45"/>
            <p:cNvSpPr/>
            <p:nvPr/>
          </p:nvSpPr>
          <p:spPr bwMode="auto">
            <a:xfrm>
              <a:off x="8979633" y="1948552"/>
              <a:ext cx="246332" cy="259803"/>
            </a:xfrm>
            <a:custGeom>
              <a:avLst/>
              <a:gdLst>
                <a:gd name="T0" fmla="*/ 367 w 384"/>
                <a:gd name="T1" fmla="*/ 405 h 405"/>
                <a:gd name="T2" fmla="*/ 0 w 384"/>
                <a:gd name="T3" fmla="*/ 14 h 405"/>
                <a:gd name="T4" fmla="*/ 17 w 384"/>
                <a:gd name="T5" fmla="*/ 0 h 405"/>
                <a:gd name="T6" fmla="*/ 384 w 384"/>
                <a:gd name="T7" fmla="*/ 390 h 405"/>
                <a:gd name="T8" fmla="*/ 367 w 384"/>
                <a:gd name="T9" fmla="*/ 405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4" h="405">
                  <a:moveTo>
                    <a:pt x="367" y="405"/>
                  </a:moveTo>
                  <a:lnTo>
                    <a:pt x="0" y="14"/>
                  </a:lnTo>
                  <a:lnTo>
                    <a:pt x="17" y="0"/>
                  </a:lnTo>
                  <a:lnTo>
                    <a:pt x="384" y="390"/>
                  </a:lnTo>
                  <a:lnTo>
                    <a:pt x="367" y="40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46"/>
            <p:cNvSpPr/>
            <p:nvPr/>
          </p:nvSpPr>
          <p:spPr bwMode="auto">
            <a:xfrm>
              <a:off x="8352898" y="2906937"/>
              <a:ext cx="248898" cy="385535"/>
            </a:xfrm>
            <a:custGeom>
              <a:avLst/>
              <a:gdLst>
                <a:gd name="T0" fmla="*/ 369 w 388"/>
                <a:gd name="T1" fmla="*/ 601 h 601"/>
                <a:gd name="T2" fmla="*/ 0 w 388"/>
                <a:gd name="T3" fmla="*/ 12 h 601"/>
                <a:gd name="T4" fmla="*/ 19 w 388"/>
                <a:gd name="T5" fmla="*/ 0 h 601"/>
                <a:gd name="T6" fmla="*/ 388 w 388"/>
                <a:gd name="T7" fmla="*/ 589 h 601"/>
                <a:gd name="T8" fmla="*/ 369 w 388"/>
                <a:gd name="T9" fmla="*/ 601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8" h="601">
                  <a:moveTo>
                    <a:pt x="369" y="601"/>
                  </a:moveTo>
                  <a:lnTo>
                    <a:pt x="0" y="12"/>
                  </a:lnTo>
                  <a:lnTo>
                    <a:pt x="19" y="0"/>
                  </a:lnTo>
                  <a:lnTo>
                    <a:pt x="388" y="589"/>
                  </a:lnTo>
                  <a:lnTo>
                    <a:pt x="369" y="601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47"/>
            <p:cNvSpPr/>
            <p:nvPr/>
          </p:nvSpPr>
          <p:spPr bwMode="auto">
            <a:xfrm>
              <a:off x="8352898" y="2725395"/>
              <a:ext cx="208484" cy="191164"/>
            </a:xfrm>
            <a:custGeom>
              <a:avLst/>
              <a:gdLst>
                <a:gd name="T0" fmla="*/ 17 w 325"/>
                <a:gd name="T1" fmla="*/ 298 h 298"/>
                <a:gd name="T2" fmla="*/ 0 w 325"/>
                <a:gd name="T3" fmla="*/ 281 h 298"/>
                <a:gd name="T4" fmla="*/ 310 w 325"/>
                <a:gd name="T5" fmla="*/ 0 h 298"/>
                <a:gd name="T6" fmla="*/ 325 w 325"/>
                <a:gd name="T7" fmla="*/ 16 h 298"/>
                <a:gd name="T8" fmla="*/ 17 w 325"/>
                <a:gd name="T9" fmla="*/ 29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5" h="298">
                  <a:moveTo>
                    <a:pt x="17" y="298"/>
                  </a:moveTo>
                  <a:lnTo>
                    <a:pt x="0" y="281"/>
                  </a:lnTo>
                  <a:lnTo>
                    <a:pt x="310" y="0"/>
                  </a:lnTo>
                  <a:lnTo>
                    <a:pt x="325" y="16"/>
                  </a:lnTo>
                  <a:lnTo>
                    <a:pt x="17" y="298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48"/>
            <p:cNvSpPr/>
            <p:nvPr/>
          </p:nvSpPr>
          <p:spPr bwMode="auto">
            <a:xfrm>
              <a:off x="7999438" y="2714490"/>
              <a:ext cx="363083" cy="202069"/>
            </a:xfrm>
            <a:custGeom>
              <a:avLst/>
              <a:gdLst>
                <a:gd name="T0" fmla="*/ 554 w 566"/>
                <a:gd name="T1" fmla="*/ 315 h 315"/>
                <a:gd name="T2" fmla="*/ 0 w 566"/>
                <a:gd name="T3" fmla="*/ 21 h 315"/>
                <a:gd name="T4" fmla="*/ 10 w 566"/>
                <a:gd name="T5" fmla="*/ 0 h 315"/>
                <a:gd name="T6" fmla="*/ 566 w 566"/>
                <a:gd name="T7" fmla="*/ 296 h 315"/>
                <a:gd name="T8" fmla="*/ 554 w 566"/>
                <a:gd name="T9" fmla="*/ 315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315">
                  <a:moveTo>
                    <a:pt x="554" y="315"/>
                  </a:moveTo>
                  <a:lnTo>
                    <a:pt x="0" y="21"/>
                  </a:lnTo>
                  <a:lnTo>
                    <a:pt x="10" y="0"/>
                  </a:lnTo>
                  <a:lnTo>
                    <a:pt x="566" y="296"/>
                  </a:lnTo>
                  <a:lnTo>
                    <a:pt x="554" y="31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49"/>
            <p:cNvSpPr/>
            <p:nvPr/>
          </p:nvSpPr>
          <p:spPr bwMode="auto">
            <a:xfrm>
              <a:off x="7841632" y="3281566"/>
              <a:ext cx="757598" cy="455457"/>
            </a:xfrm>
            <a:custGeom>
              <a:avLst/>
              <a:gdLst>
                <a:gd name="T0" fmla="*/ 12 w 1181"/>
                <a:gd name="T1" fmla="*/ 710 h 710"/>
                <a:gd name="T2" fmla="*/ 0 w 1181"/>
                <a:gd name="T3" fmla="*/ 691 h 710"/>
                <a:gd name="T4" fmla="*/ 1169 w 1181"/>
                <a:gd name="T5" fmla="*/ 0 h 710"/>
                <a:gd name="T6" fmla="*/ 1181 w 1181"/>
                <a:gd name="T7" fmla="*/ 22 h 710"/>
                <a:gd name="T8" fmla="*/ 12 w 1181"/>
                <a:gd name="T9" fmla="*/ 710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1" h="710">
                  <a:moveTo>
                    <a:pt x="12" y="710"/>
                  </a:moveTo>
                  <a:lnTo>
                    <a:pt x="0" y="691"/>
                  </a:lnTo>
                  <a:lnTo>
                    <a:pt x="1169" y="0"/>
                  </a:lnTo>
                  <a:lnTo>
                    <a:pt x="1181" y="22"/>
                  </a:lnTo>
                  <a:lnTo>
                    <a:pt x="12" y="710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50"/>
            <p:cNvSpPr/>
            <p:nvPr/>
          </p:nvSpPr>
          <p:spPr bwMode="auto">
            <a:xfrm>
              <a:off x="9204796" y="4134105"/>
              <a:ext cx="262369" cy="553605"/>
            </a:xfrm>
            <a:custGeom>
              <a:avLst/>
              <a:gdLst>
                <a:gd name="T0" fmla="*/ 388 w 409"/>
                <a:gd name="T1" fmla="*/ 863 h 863"/>
                <a:gd name="T2" fmla="*/ 0 w 409"/>
                <a:gd name="T3" fmla="*/ 10 h 863"/>
                <a:gd name="T4" fmla="*/ 21 w 409"/>
                <a:gd name="T5" fmla="*/ 0 h 863"/>
                <a:gd name="T6" fmla="*/ 409 w 409"/>
                <a:gd name="T7" fmla="*/ 854 h 863"/>
                <a:gd name="T8" fmla="*/ 388 w 409"/>
                <a:gd name="T9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863">
                  <a:moveTo>
                    <a:pt x="388" y="863"/>
                  </a:moveTo>
                  <a:lnTo>
                    <a:pt x="0" y="10"/>
                  </a:lnTo>
                  <a:lnTo>
                    <a:pt x="21" y="0"/>
                  </a:lnTo>
                  <a:lnTo>
                    <a:pt x="409" y="854"/>
                  </a:lnTo>
                  <a:lnTo>
                    <a:pt x="388" y="86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51"/>
            <p:cNvSpPr/>
            <p:nvPr/>
          </p:nvSpPr>
          <p:spPr bwMode="auto">
            <a:xfrm>
              <a:off x="9501805" y="3172513"/>
              <a:ext cx="763372" cy="344479"/>
            </a:xfrm>
            <a:custGeom>
              <a:avLst/>
              <a:gdLst>
                <a:gd name="T0" fmla="*/ 7 w 1190"/>
                <a:gd name="T1" fmla="*/ 537 h 537"/>
                <a:gd name="T2" fmla="*/ 0 w 1190"/>
                <a:gd name="T3" fmla="*/ 516 h 537"/>
                <a:gd name="T4" fmla="*/ 1181 w 1190"/>
                <a:gd name="T5" fmla="*/ 0 h 537"/>
                <a:gd name="T6" fmla="*/ 1190 w 1190"/>
                <a:gd name="T7" fmla="*/ 19 h 537"/>
                <a:gd name="T8" fmla="*/ 7 w 1190"/>
                <a:gd name="T9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0" h="537">
                  <a:moveTo>
                    <a:pt x="7" y="537"/>
                  </a:moveTo>
                  <a:lnTo>
                    <a:pt x="0" y="516"/>
                  </a:lnTo>
                  <a:lnTo>
                    <a:pt x="1181" y="0"/>
                  </a:lnTo>
                  <a:lnTo>
                    <a:pt x="1190" y="19"/>
                  </a:lnTo>
                  <a:lnTo>
                    <a:pt x="7" y="53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52"/>
            <p:cNvSpPr/>
            <p:nvPr/>
          </p:nvSpPr>
          <p:spPr bwMode="auto">
            <a:xfrm>
              <a:off x="8592815" y="3281566"/>
              <a:ext cx="388742" cy="197579"/>
            </a:xfrm>
            <a:custGeom>
              <a:avLst/>
              <a:gdLst>
                <a:gd name="T0" fmla="*/ 596 w 606"/>
                <a:gd name="T1" fmla="*/ 308 h 308"/>
                <a:gd name="T2" fmla="*/ 0 w 606"/>
                <a:gd name="T3" fmla="*/ 22 h 308"/>
                <a:gd name="T4" fmla="*/ 10 w 606"/>
                <a:gd name="T5" fmla="*/ 0 h 308"/>
                <a:gd name="T6" fmla="*/ 606 w 606"/>
                <a:gd name="T7" fmla="*/ 289 h 308"/>
                <a:gd name="T8" fmla="*/ 596 w 606"/>
                <a:gd name="T9" fmla="*/ 30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6" h="308">
                  <a:moveTo>
                    <a:pt x="596" y="308"/>
                  </a:moveTo>
                  <a:lnTo>
                    <a:pt x="0" y="22"/>
                  </a:lnTo>
                  <a:lnTo>
                    <a:pt x="10" y="0"/>
                  </a:lnTo>
                  <a:lnTo>
                    <a:pt x="606" y="289"/>
                  </a:lnTo>
                  <a:lnTo>
                    <a:pt x="596" y="308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53"/>
            <p:cNvSpPr/>
            <p:nvPr/>
          </p:nvSpPr>
          <p:spPr bwMode="auto">
            <a:xfrm>
              <a:off x="9726326" y="2347558"/>
              <a:ext cx="391950" cy="321386"/>
            </a:xfrm>
            <a:custGeom>
              <a:avLst/>
              <a:gdLst>
                <a:gd name="T0" fmla="*/ 597 w 611"/>
                <a:gd name="T1" fmla="*/ 501 h 501"/>
                <a:gd name="T2" fmla="*/ 0 w 611"/>
                <a:gd name="T3" fmla="*/ 17 h 501"/>
                <a:gd name="T4" fmla="*/ 15 w 611"/>
                <a:gd name="T5" fmla="*/ 0 h 501"/>
                <a:gd name="T6" fmla="*/ 611 w 611"/>
                <a:gd name="T7" fmla="*/ 482 h 501"/>
                <a:gd name="T8" fmla="*/ 597 w 611"/>
                <a:gd name="T9" fmla="*/ 501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1" h="501">
                  <a:moveTo>
                    <a:pt x="597" y="501"/>
                  </a:moveTo>
                  <a:lnTo>
                    <a:pt x="0" y="17"/>
                  </a:lnTo>
                  <a:lnTo>
                    <a:pt x="15" y="0"/>
                  </a:lnTo>
                  <a:lnTo>
                    <a:pt x="611" y="482"/>
                  </a:lnTo>
                  <a:lnTo>
                    <a:pt x="597" y="501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54"/>
            <p:cNvSpPr/>
            <p:nvPr/>
          </p:nvSpPr>
          <p:spPr bwMode="auto">
            <a:xfrm>
              <a:off x="9304868" y="2606720"/>
              <a:ext cx="811484" cy="60941"/>
            </a:xfrm>
            <a:custGeom>
              <a:avLst/>
              <a:gdLst>
                <a:gd name="T0" fmla="*/ 1263 w 1265"/>
                <a:gd name="T1" fmla="*/ 95 h 95"/>
                <a:gd name="T2" fmla="*/ 0 w 1265"/>
                <a:gd name="T3" fmla="*/ 22 h 95"/>
                <a:gd name="T4" fmla="*/ 0 w 1265"/>
                <a:gd name="T5" fmla="*/ 0 h 95"/>
                <a:gd name="T6" fmla="*/ 1265 w 1265"/>
                <a:gd name="T7" fmla="*/ 74 h 95"/>
                <a:gd name="T8" fmla="*/ 1263 w 1265"/>
                <a:gd name="T9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5" h="95">
                  <a:moveTo>
                    <a:pt x="1263" y="95"/>
                  </a:moveTo>
                  <a:lnTo>
                    <a:pt x="0" y="22"/>
                  </a:lnTo>
                  <a:lnTo>
                    <a:pt x="0" y="0"/>
                  </a:lnTo>
                  <a:lnTo>
                    <a:pt x="1265" y="74"/>
                  </a:lnTo>
                  <a:lnTo>
                    <a:pt x="1263" y="9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Rectangle 55"/>
            <p:cNvSpPr>
              <a:spLocks noChangeArrowheads="1"/>
            </p:cNvSpPr>
            <p:nvPr/>
          </p:nvSpPr>
          <p:spPr bwMode="auto">
            <a:xfrm>
              <a:off x="9309358" y="2606720"/>
              <a:ext cx="1283" cy="14113"/>
            </a:xfrm>
            <a:prstGeom prst="rect">
              <a:avLst/>
            </a:prstGeom>
            <a:solidFill>
              <a:srgbClr val="5D5D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56"/>
            <p:cNvSpPr/>
            <p:nvPr/>
          </p:nvSpPr>
          <p:spPr bwMode="auto">
            <a:xfrm>
              <a:off x="9154759" y="2609927"/>
              <a:ext cx="162297" cy="186673"/>
            </a:xfrm>
            <a:custGeom>
              <a:avLst/>
              <a:gdLst>
                <a:gd name="T0" fmla="*/ 16 w 253"/>
                <a:gd name="T1" fmla="*/ 291 h 291"/>
                <a:gd name="T2" fmla="*/ 0 w 253"/>
                <a:gd name="T3" fmla="*/ 274 h 291"/>
                <a:gd name="T4" fmla="*/ 236 w 253"/>
                <a:gd name="T5" fmla="*/ 0 h 291"/>
                <a:gd name="T6" fmla="*/ 253 w 253"/>
                <a:gd name="T7" fmla="*/ 14 h 291"/>
                <a:gd name="T8" fmla="*/ 16 w 253"/>
                <a:gd name="T9" fmla="*/ 291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291">
                  <a:moveTo>
                    <a:pt x="16" y="291"/>
                  </a:moveTo>
                  <a:lnTo>
                    <a:pt x="0" y="274"/>
                  </a:lnTo>
                  <a:lnTo>
                    <a:pt x="236" y="0"/>
                  </a:lnTo>
                  <a:lnTo>
                    <a:pt x="253" y="14"/>
                  </a:lnTo>
                  <a:lnTo>
                    <a:pt x="16" y="291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57"/>
            <p:cNvSpPr/>
            <p:nvPr/>
          </p:nvSpPr>
          <p:spPr bwMode="auto">
            <a:xfrm>
              <a:off x="9073932" y="2425178"/>
              <a:ext cx="241200" cy="192447"/>
            </a:xfrm>
            <a:custGeom>
              <a:avLst/>
              <a:gdLst>
                <a:gd name="T0" fmla="*/ 362 w 376"/>
                <a:gd name="T1" fmla="*/ 300 h 300"/>
                <a:gd name="T2" fmla="*/ 0 w 376"/>
                <a:gd name="T3" fmla="*/ 16 h 300"/>
                <a:gd name="T4" fmla="*/ 14 w 376"/>
                <a:gd name="T5" fmla="*/ 0 h 300"/>
                <a:gd name="T6" fmla="*/ 376 w 376"/>
                <a:gd name="T7" fmla="*/ 283 h 300"/>
                <a:gd name="T8" fmla="*/ 362 w 376"/>
                <a:gd name="T9" fmla="*/ 30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" h="300">
                  <a:moveTo>
                    <a:pt x="362" y="300"/>
                  </a:moveTo>
                  <a:lnTo>
                    <a:pt x="0" y="16"/>
                  </a:lnTo>
                  <a:lnTo>
                    <a:pt x="14" y="0"/>
                  </a:lnTo>
                  <a:lnTo>
                    <a:pt x="376" y="283"/>
                  </a:lnTo>
                  <a:lnTo>
                    <a:pt x="362" y="300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Rectangle 58"/>
            <p:cNvSpPr>
              <a:spLocks noChangeArrowheads="1"/>
            </p:cNvSpPr>
            <p:nvPr/>
          </p:nvSpPr>
          <p:spPr bwMode="auto">
            <a:xfrm>
              <a:off x="8592815" y="3272585"/>
              <a:ext cx="4490" cy="15396"/>
            </a:xfrm>
            <a:prstGeom prst="rect">
              <a:avLst/>
            </a:prstGeom>
            <a:solidFill>
              <a:srgbClr val="5D5D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Freeform 59"/>
            <p:cNvSpPr/>
            <p:nvPr/>
          </p:nvSpPr>
          <p:spPr bwMode="auto">
            <a:xfrm>
              <a:off x="8592815" y="2654190"/>
              <a:ext cx="1519046" cy="636998"/>
            </a:xfrm>
            <a:custGeom>
              <a:avLst/>
              <a:gdLst>
                <a:gd name="T0" fmla="*/ 10 w 2368"/>
                <a:gd name="T1" fmla="*/ 993 h 993"/>
                <a:gd name="T2" fmla="*/ 0 w 2368"/>
                <a:gd name="T3" fmla="*/ 974 h 993"/>
                <a:gd name="T4" fmla="*/ 2359 w 2368"/>
                <a:gd name="T5" fmla="*/ 0 h 993"/>
                <a:gd name="T6" fmla="*/ 2368 w 2368"/>
                <a:gd name="T7" fmla="*/ 21 h 993"/>
                <a:gd name="T8" fmla="*/ 10 w 2368"/>
                <a:gd name="T9" fmla="*/ 993 h 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8" h="993">
                  <a:moveTo>
                    <a:pt x="10" y="993"/>
                  </a:moveTo>
                  <a:lnTo>
                    <a:pt x="0" y="974"/>
                  </a:lnTo>
                  <a:lnTo>
                    <a:pt x="2359" y="0"/>
                  </a:lnTo>
                  <a:lnTo>
                    <a:pt x="2368" y="21"/>
                  </a:lnTo>
                  <a:lnTo>
                    <a:pt x="10" y="99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Rectangle 60"/>
            <p:cNvSpPr>
              <a:spLocks noChangeArrowheads="1"/>
            </p:cNvSpPr>
            <p:nvPr/>
          </p:nvSpPr>
          <p:spPr bwMode="auto">
            <a:xfrm>
              <a:off x="10360759" y="4187348"/>
              <a:ext cx="6415" cy="13471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7" name="Freeform 61"/>
            <p:cNvSpPr/>
            <p:nvPr/>
          </p:nvSpPr>
          <p:spPr bwMode="auto">
            <a:xfrm>
              <a:off x="8201507" y="3509295"/>
              <a:ext cx="2161176" cy="691525"/>
            </a:xfrm>
            <a:custGeom>
              <a:avLst/>
              <a:gdLst>
                <a:gd name="T0" fmla="*/ 3362 w 3369"/>
                <a:gd name="T1" fmla="*/ 1078 h 1078"/>
                <a:gd name="T2" fmla="*/ 0 w 3369"/>
                <a:gd name="T3" fmla="*/ 24 h 1078"/>
                <a:gd name="T4" fmla="*/ 7 w 3369"/>
                <a:gd name="T5" fmla="*/ 0 h 1078"/>
                <a:gd name="T6" fmla="*/ 3369 w 3369"/>
                <a:gd name="T7" fmla="*/ 1057 h 1078"/>
                <a:gd name="T8" fmla="*/ 3362 w 3369"/>
                <a:gd name="T9" fmla="*/ 1078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9" h="1078">
                  <a:moveTo>
                    <a:pt x="3362" y="1078"/>
                  </a:moveTo>
                  <a:lnTo>
                    <a:pt x="0" y="24"/>
                  </a:lnTo>
                  <a:lnTo>
                    <a:pt x="7" y="0"/>
                  </a:lnTo>
                  <a:lnTo>
                    <a:pt x="3369" y="1057"/>
                  </a:lnTo>
                  <a:lnTo>
                    <a:pt x="3362" y="1078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8" name="Freeform 62"/>
            <p:cNvSpPr/>
            <p:nvPr/>
          </p:nvSpPr>
          <p:spPr bwMode="auto">
            <a:xfrm>
              <a:off x="7824953" y="3266812"/>
              <a:ext cx="384252" cy="254671"/>
            </a:xfrm>
            <a:custGeom>
              <a:avLst/>
              <a:gdLst>
                <a:gd name="T0" fmla="*/ 587 w 599"/>
                <a:gd name="T1" fmla="*/ 397 h 397"/>
                <a:gd name="T2" fmla="*/ 0 w 599"/>
                <a:gd name="T3" fmla="*/ 19 h 397"/>
                <a:gd name="T4" fmla="*/ 12 w 599"/>
                <a:gd name="T5" fmla="*/ 0 h 397"/>
                <a:gd name="T6" fmla="*/ 599 w 599"/>
                <a:gd name="T7" fmla="*/ 378 h 397"/>
                <a:gd name="T8" fmla="*/ 587 w 599"/>
                <a:gd name="T9" fmla="*/ 397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9" h="397">
                  <a:moveTo>
                    <a:pt x="587" y="397"/>
                  </a:moveTo>
                  <a:lnTo>
                    <a:pt x="0" y="19"/>
                  </a:lnTo>
                  <a:lnTo>
                    <a:pt x="12" y="0"/>
                  </a:lnTo>
                  <a:lnTo>
                    <a:pt x="599" y="378"/>
                  </a:lnTo>
                  <a:lnTo>
                    <a:pt x="587" y="39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9" name="Freeform 63"/>
            <p:cNvSpPr/>
            <p:nvPr/>
          </p:nvSpPr>
          <p:spPr bwMode="auto">
            <a:xfrm>
              <a:off x="8172640" y="3516992"/>
              <a:ext cx="37848" cy="246973"/>
            </a:xfrm>
            <a:custGeom>
              <a:avLst/>
              <a:gdLst>
                <a:gd name="T0" fmla="*/ 24 w 59"/>
                <a:gd name="T1" fmla="*/ 385 h 385"/>
                <a:gd name="T2" fmla="*/ 0 w 59"/>
                <a:gd name="T3" fmla="*/ 383 h 385"/>
                <a:gd name="T4" fmla="*/ 35 w 59"/>
                <a:gd name="T5" fmla="*/ 0 h 385"/>
                <a:gd name="T6" fmla="*/ 59 w 59"/>
                <a:gd name="T7" fmla="*/ 0 h 385"/>
                <a:gd name="T8" fmla="*/ 24 w 59"/>
                <a:gd name="T9" fmla="*/ 385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385">
                  <a:moveTo>
                    <a:pt x="24" y="385"/>
                  </a:moveTo>
                  <a:lnTo>
                    <a:pt x="0" y="383"/>
                  </a:lnTo>
                  <a:lnTo>
                    <a:pt x="35" y="0"/>
                  </a:lnTo>
                  <a:lnTo>
                    <a:pt x="59" y="0"/>
                  </a:lnTo>
                  <a:lnTo>
                    <a:pt x="24" y="38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0" name="Freeform 64"/>
            <p:cNvSpPr/>
            <p:nvPr/>
          </p:nvSpPr>
          <p:spPr bwMode="auto">
            <a:xfrm>
              <a:off x="10101597" y="2279560"/>
              <a:ext cx="233502" cy="380403"/>
            </a:xfrm>
            <a:custGeom>
              <a:avLst/>
              <a:gdLst>
                <a:gd name="T0" fmla="*/ 21 w 364"/>
                <a:gd name="T1" fmla="*/ 593 h 593"/>
                <a:gd name="T2" fmla="*/ 0 w 364"/>
                <a:gd name="T3" fmla="*/ 584 h 593"/>
                <a:gd name="T4" fmla="*/ 345 w 364"/>
                <a:gd name="T5" fmla="*/ 0 h 593"/>
                <a:gd name="T6" fmla="*/ 364 w 364"/>
                <a:gd name="T7" fmla="*/ 11 h 593"/>
                <a:gd name="T8" fmla="*/ 21 w 364"/>
                <a:gd name="T9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593">
                  <a:moveTo>
                    <a:pt x="21" y="593"/>
                  </a:moveTo>
                  <a:lnTo>
                    <a:pt x="0" y="584"/>
                  </a:lnTo>
                  <a:lnTo>
                    <a:pt x="345" y="0"/>
                  </a:lnTo>
                  <a:lnTo>
                    <a:pt x="364" y="11"/>
                  </a:lnTo>
                  <a:lnTo>
                    <a:pt x="21" y="59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1" name="Freeform 65"/>
            <p:cNvSpPr/>
            <p:nvPr/>
          </p:nvSpPr>
          <p:spPr bwMode="auto">
            <a:xfrm>
              <a:off x="10285063" y="2068511"/>
              <a:ext cx="51319" cy="203352"/>
            </a:xfrm>
            <a:custGeom>
              <a:avLst/>
              <a:gdLst>
                <a:gd name="T0" fmla="*/ 57 w 80"/>
                <a:gd name="T1" fmla="*/ 317 h 317"/>
                <a:gd name="T2" fmla="*/ 0 w 80"/>
                <a:gd name="T3" fmla="*/ 5 h 317"/>
                <a:gd name="T4" fmla="*/ 24 w 80"/>
                <a:gd name="T5" fmla="*/ 0 h 317"/>
                <a:gd name="T6" fmla="*/ 80 w 80"/>
                <a:gd name="T7" fmla="*/ 312 h 317"/>
                <a:gd name="T8" fmla="*/ 57 w 80"/>
                <a:gd name="T9" fmla="*/ 317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317">
                  <a:moveTo>
                    <a:pt x="57" y="317"/>
                  </a:moveTo>
                  <a:lnTo>
                    <a:pt x="0" y="5"/>
                  </a:lnTo>
                  <a:lnTo>
                    <a:pt x="24" y="0"/>
                  </a:lnTo>
                  <a:lnTo>
                    <a:pt x="80" y="312"/>
                  </a:lnTo>
                  <a:lnTo>
                    <a:pt x="57" y="31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2" name="Freeform 66"/>
            <p:cNvSpPr/>
            <p:nvPr/>
          </p:nvSpPr>
          <p:spPr bwMode="auto">
            <a:xfrm>
              <a:off x="10324835" y="2244279"/>
              <a:ext cx="168070" cy="42338"/>
            </a:xfrm>
            <a:custGeom>
              <a:avLst/>
              <a:gdLst>
                <a:gd name="T0" fmla="*/ 4 w 262"/>
                <a:gd name="T1" fmla="*/ 66 h 66"/>
                <a:gd name="T2" fmla="*/ 0 w 262"/>
                <a:gd name="T3" fmla="*/ 45 h 66"/>
                <a:gd name="T4" fmla="*/ 257 w 262"/>
                <a:gd name="T5" fmla="*/ 0 h 66"/>
                <a:gd name="T6" fmla="*/ 262 w 262"/>
                <a:gd name="T7" fmla="*/ 22 h 66"/>
                <a:gd name="T8" fmla="*/ 4 w 262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66">
                  <a:moveTo>
                    <a:pt x="4" y="66"/>
                  </a:moveTo>
                  <a:lnTo>
                    <a:pt x="0" y="45"/>
                  </a:lnTo>
                  <a:lnTo>
                    <a:pt x="257" y="0"/>
                  </a:lnTo>
                  <a:lnTo>
                    <a:pt x="262" y="22"/>
                  </a:lnTo>
                  <a:lnTo>
                    <a:pt x="4" y="66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3" name="Freeform 67"/>
            <p:cNvSpPr/>
            <p:nvPr/>
          </p:nvSpPr>
          <p:spPr bwMode="auto">
            <a:xfrm>
              <a:off x="10077221" y="3381638"/>
              <a:ext cx="314330" cy="89808"/>
            </a:xfrm>
            <a:custGeom>
              <a:avLst/>
              <a:gdLst>
                <a:gd name="T0" fmla="*/ 485 w 490"/>
                <a:gd name="T1" fmla="*/ 140 h 140"/>
                <a:gd name="T2" fmla="*/ 0 w 490"/>
                <a:gd name="T3" fmla="*/ 22 h 140"/>
                <a:gd name="T4" fmla="*/ 7 w 490"/>
                <a:gd name="T5" fmla="*/ 0 h 140"/>
                <a:gd name="T6" fmla="*/ 490 w 490"/>
                <a:gd name="T7" fmla="*/ 119 h 140"/>
                <a:gd name="T8" fmla="*/ 485 w 490"/>
                <a:gd name="T9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140">
                  <a:moveTo>
                    <a:pt x="485" y="140"/>
                  </a:moveTo>
                  <a:lnTo>
                    <a:pt x="0" y="22"/>
                  </a:lnTo>
                  <a:lnTo>
                    <a:pt x="7" y="0"/>
                  </a:lnTo>
                  <a:lnTo>
                    <a:pt x="490" y="119"/>
                  </a:lnTo>
                  <a:lnTo>
                    <a:pt x="485" y="140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Freeform 68"/>
            <p:cNvSpPr/>
            <p:nvPr/>
          </p:nvSpPr>
          <p:spPr bwMode="auto">
            <a:xfrm>
              <a:off x="10360759" y="3201380"/>
              <a:ext cx="699864" cy="993666"/>
            </a:xfrm>
            <a:custGeom>
              <a:avLst/>
              <a:gdLst>
                <a:gd name="T0" fmla="*/ 19 w 1091"/>
                <a:gd name="T1" fmla="*/ 1549 h 1549"/>
                <a:gd name="T2" fmla="*/ 0 w 1091"/>
                <a:gd name="T3" fmla="*/ 1534 h 1549"/>
                <a:gd name="T4" fmla="*/ 1072 w 1091"/>
                <a:gd name="T5" fmla="*/ 0 h 1549"/>
                <a:gd name="T6" fmla="*/ 1091 w 1091"/>
                <a:gd name="T7" fmla="*/ 14 h 1549"/>
                <a:gd name="T8" fmla="*/ 19 w 1091"/>
                <a:gd name="T9" fmla="*/ 1549 h 1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1" h="1549">
                  <a:moveTo>
                    <a:pt x="19" y="1549"/>
                  </a:moveTo>
                  <a:lnTo>
                    <a:pt x="0" y="1534"/>
                  </a:lnTo>
                  <a:lnTo>
                    <a:pt x="1072" y="0"/>
                  </a:lnTo>
                  <a:lnTo>
                    <a:pt x="1091" y="14"/>
                  </a:lnTo>
                  <a:lnTo>
                    <a:pt x="19" y="1549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Freeform 69"/>
            <p:cNvSpPr/>
            <p:nvPr/>
          </p:nvSpPr>
          <p:spPr bwMode="auto">
            <a:xfrm>
              <a:off x="8532515" y="4120633"/>
              <a:ext cx="339348" cy="723599"/>
            </a:xfrm>
            <a:custGeom>
              <a:avLst/>
              <a:gdLst>
                <a:gd name="T0" fmla="*/ 508 w 529"/>
                <a:gd name="T1" fmla="*/ 1128 h 1128"/>
                <a:gd name="T2" fmla="*/ 0 w 529"/>
                <a:gd name="T3" fmla="*/ 9 h 1128"/>
                <a:gd name="T4" fmla="*/ 21 w 529"/>
                <a:gd name="T5" fmla="*/ 0 h 1128"/>
                <a:gd name="T6" fmla="*/ 529 w 529"/>
                <a:gd name="T7" fmla="*/ 1120 h 1128"/>
                <a:gd name="T8" fmla="*/ 508 w 529"/>
                <a:gd name="T9" fmla="*/ 1128 h 1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1128">
                  <a:moveTo>
                    <a:pt x="508" y="1128"/>
                  </a:moveTo>
                  <a:lnTo>
                    <a:pt x="0" y="9"/>
                  </a:lnTo>
                  <a:lnTo>
                    <a:pt x="21" y="0"/>
                  </a:lnTo>
                  <a:lnTo>
                    <a:pt x="529" y="1120"/>
                  </a:lnTo>
                  <a:lnTo>
                    <a:pt x="508" y="1128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6" name="Freeform 70"/>
            <p:cNvSpPr/>
            <p:nvPr/>
          </p:nvSpPr>
          <p:spPr bwMode="auto">
            <a:xfrm>
              <a:off x="10269667" y="4613297"/>
              <a:ext cx="76337" cy="449042"/>
            </a:xfrm>
            <a:custGeom>
              <a:avLst/>
              <a:gdLst>
                <a:gd name="T0" fmla="*/ 97 w 119"/>
                <a:gd name="T1" fmla="*/ 700 h 700"/>
                <a:gd name="T2" fmla="*/ 0 w 119"/>
                <a:gd name="T3" fmla="*/ 5 h 700"/>
                <a:gd name="T4" fmla="*/ 24 w 119"/>
                <a:gd name="T5" fmla="*/ 0 h 700"/>
                <a:gd name="T6" fmla="*/ 119 w 119"/>
                <a:gd name="T7" fmla="*/ 698 h 700"/>
                <a:gd name="T8" fmla="*/ 97 w 119"/>
                <a:gd name="T9" fmla="*/ 700 h 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700">
                  <a:moveTo>
                    <a:pt x="97" y="700"/>
                  </a:moveTo>
                  <a:lnTo>
                    <a:pt x="0" y="5"/>
                  </a:lnTo>
                  <a:lnTo>
                    <a:pt x="24" y="0"/>
                  </a:lnTo>
                  <a:lnTo>
                    <a:pt x="119" y="698"/>
                  </a:lnTo>
                  <a:lnTo>
                    <a:pt x="97" y="700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7" name="Freeform 71"/>
            <p:cNvSpPr/>
            <p:nvPr/>
          </p:nvSpPr>
          <p:spPr bwMode="auto">
            <a:xfrm>
              <a:off x="9070724" y="5383725"/>
              <a:ext cx="823030" cy="237992"/>
            </a:xfrm>
            <a:custGeom>
              <a:avLst/>
              <a:gdLst>
                <a:gd name="T0" fmla="*/ 5 w 1283"/>
                <a:gd name="T1" fmla="*/ 371 h 371"/>
                <a:gd name="T2" fmla="*/ 0 w 1283"/>
                <a:gd name="T3" fmla="*/ 350 h 371"/>
                <a:gd name="T4" fmla="*/ 1276 w 1283"/>
                <a:gd name="T5" fmla="*/ 0 h 371"/>
                <a:gd name="T6" fmla="*/ 1283 w 1283"/>
                <a:gd name="T7" fmla="*/ 21 h 371"/>
                <a:gd name="T8" fmla="*/ 5 w 1283"/>
                <a:gd name="T9" fmla="*/ 371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3" h="371">
                  <a:moveTo>
                    <a:pt x="5" y="371"/>
                  </a:moveTo>
                  <a:lnTo>
                    <a:pt x="0" y="350"/>
                  </a:lnTo>
                  <a:lnTo>
                    <a:pt x="1276" y="0"/>
                  </a:lnTo>
                  <a:lnTo>
                    <a:pt x="1283" y="21"/>
                  </a:lnTo>
                  <a:lnTo>
                    <a:pt x="5" y="371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8" name="Freeform 72"/>
            <p:cNvSpPr/>
            <p:nvPr/>
          </p:nvSpPr>
          <p:spPr bwMode="auto">
            <a:xfrm>
              <a:off x="9073932" y="5606963"/>
              <a:ext cx="256596" cy="347045"/>
            </a:xfrm>
            <a:custGeom>
              <a:avLst/>
              <a:gdLst>
                <a:gd name="T0" fmla="*/ 383 w 400"/>
                <a:gd name="T1" fmla="*/ 541 h 541"/>
                <a:gd name="T2" fmla="*/ 0 w 400"/>
                <a:gd name="T3" fmla="*/ 14 h 541"/>
                <a:gd name="T4" fmla="*/ 17 w 400"/>
                <a:gd name="T5" fmla="*/ 0 h 541"/>
                <a:gd name="T6" fmla="*/ 400 w 400"/>
                <a:gd name="T7" fmla="*/ 529 h 541"/>
                <a:gd name="T8" fmla="*/ 383 w 400"/>
                <a:gd name="T9" fmla="*/ 541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541">
                  <a:moveTo>
                    <a:pt x="383" y="541"/>
                  </a:moveTo>
                  <a:lnTo>
                    <a:pt x="0" y="14"/>
                  </a:lnTo>
                  <a:lnTo>
                    <a:pt x="17" y="0"/>
                  </a:lnTo>
                  <a:lnTo>
                    <a:pt x="400" y="529"/>
                  </a:lnTo>
                  <a:lnTo>
                    <a:pt x="383" y="541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9" name="Freeform 73"/>
            <p:cNvSpPr/>
            <p:nvPr/>
          </p:nvSpPr>
          <p:spPr bwMode="auto">
            <a:xfrm>
              <a:off x="9890547" y="5340104"/>
              <a:ext cx="438778" cy="54527"/>
            </a:xfrm>
            <a:custGeom>
              <a:avLst/>
              <a:gdLst>
                <a:gd name="T0" fmla="*/ 2 w 684"/>
                <a:gd name="T1" fmla="*/ 85 h 85"/>
                <a:gd name="T2" fmla="*/ 0 w 684"/>
                <a:gd name="T3" fmla="*/ 63 h 85"/>
                <a:gd name="T4" fmla="*/ 681 w 684"/>
                <a:gd name="T5" fmla="*/ 0 h 85"/>
                <a:gd name="T6" fmla="*/ 684 w 684"/>
                <a:gd name="T7" fmla="*/ 21 h 85"/>
                <a:gd name="T8" fmla="*/ 2 w 684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4" h="85">
                  <a:moveTo>
                    <a:pt x="2" y="85"/>
                  </a:moveTo>
                  <a:lnTo>
                    <a:pt x="0" y="63"/>
                  </a:lnTo>
                  <a:lnTo>
                    <a:pt x="681" y="0"/>
                  </a:lnTo>
                  <a:lnTo>
                    <a:pt x="684" y="21"/>
                  </a:lnTo>
                  <a:lnTo>
                    <a:pt x="2" y="8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0" name="Freeform 74"/>
            <p:cNvSpPr/>
            <p:nvPr/>
          </p:nvSpPr>
          <p:spPr bwMode="auto">
            <a:xfrm>
              <a:off x="9256115" y="5153430"/>
              <a:ext cx="477909" cy="701789"/>
            </a:xfrm>
            <a:custGeom>
              <a:avLst/>
              <a:gdLst>
                <a:gd name="T0" fmla="*/ 726 w 745"/>
                <a:gd name="T1" fmla="*/ 1094 h 1094"/>
                <a:gd name="T2" fmla="*/ 0 w 745"/>
                <a:gd name="T3" fmla="*/ 14 h 1094"/>
                <a:gd name="T4" fmla="*/ 17 w 745"/>
                <a:gd name="T5" fmla="*/ 0 h 1094"/>
                <a:gd name="T6" fmla="*/ 745 w 745"/>
                <a:gd name="T7" fmla="*/ 1080 h 1094"/>
                <a:gd name="T8" fmla="*/ 726 w 745"/>
                <a:gd name="T9" fmla="*/ 1094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5" h="1094">
                  <a:moveTo>
                    <a:pt x="726" y="1094"/>
                  </a:moveTo>
                  <a:lnTo>
                    <a:pt x="0" y="14"/>
                  </a:lnTo>
                  <a:lnTo>
                    <a:pt x="17" y="0"/>
                  </a:lnTo>
                  <a:lnTo>
                    <a:pt x="745" y="1080"/>
                  </a:lnTo>
                  <a:lnTo>
                    <a:pt x="726" y="1094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1" name="Freeform 75"/>
            <p:cNvSpPr/>
            <p:nvPr/>
          </p:nvSpPr>
          <p:spPr bwMode="auto">
            <a:xfrm>
              <a:off x="9479353" y="3914074"/>
              <a:ext cx="336782" cy="357951"/>
            </a:xfrm>
            <a:custGeom>
              <a:avLst/>
              <a:gdLst>
                <a:gd name="T0" fmla="*/ 508 w 525"/>
                <a:gd name="T1" fmla="*/ 558 h 558"/>
                <a:gd name="T2" fmla="*/ 0 w 525"/>
                <a:gd name="T3" fmla="*/ 14 h 558"/>
                <a:gd name="T4" fmla="*/ 16 w 525"/>
                <a:gd name="T5" fmla="*/ 0 h 558"/>
                <a:gd name="T6" fmla="*/ 525 w 525"/>
                <a:gd name="T7" fmla="*/ 542 h 558"/>
                <a:gd name="T8" fmla="*/ 508 w 525"/>
                <a:gd name="T9" fmla="*/ 558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5" h="558">
                  <a:moveTo>
                    <a:pt x="508" y="558"/>
                  </a:moveTo>
                  <a:lnTo>
                    <a:pt x="0" y="14"/>
                  </a:lnTo>
                  <a:lnTo>
                    <a:pt x="16" y="0"/>
                  </a:lnTo>
                  <a:lnTo>
                    <a:pt x="525" y="542"/>
                  </a:lnTo>
                  <a:lnTo>
                    <a:pt x="508" y="558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2" name="Freeform 76"/>
            <p:cNvSpPr/>
            <p:nvPr/>
          </p:nvSpPr>
          <p:spPr bwMode="auto">
            <a:xfrm>
              <a:off x="8861599" y="4858987"/>
              <a:ext cx="115468" cy="345762"/>
            </a:xfrm>
            <a:custGeom>
              <a:avLst/>
              <a:gdLst>
                <a:gd name="T0" fmla="*/ 158 w 180"/>
                <a:gd name="T1" fmla="*/ 539 h 539"/>
                <a:gd name="T2" fmla="*/ 0 w 180"/>
                <a:gd name="T3" fmla="*/ 7 h 539"/>
                <a:gd name="T4" fmla="*/ 21 w 180"/>
                <a:gd name="T5" fmla="*/ 0 h 539"/>
                <a:gd name="T6" fmla="*/ 180 w 180"/>
                <a:gd name="T7" fmla="*/ 532 h 539"/>
                <a:gd name="T8" fmla="*/ 158 w 180"/>
                <a:gd name="T9" fmla="*/ 539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539">
                  <a:moveTo>
                    <a:pt x="158" y="539"/>
                  </a:moveTo>
                  <a:lnTo>
                    <a:pt x="0" y="7"/>
                  </a:lnTo>
                  <a:lnTo>
                    <a:pt x="21" y="0"/>
                  </a:lnTo>
                  <a:lnTo>
                    <a:pt x="180" y="532"/>
                  </a:lnTo>
                  <a:lnTo>
                    <a:pt x="158" y="539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3" name="Freeform 77"/>
            <p:cNvSpPr/>
            <p:nvPr/>
          </p:nvSpPr>
          <p:spPr bwMode="auto">
            <a:xfrm>
              <a:off x="9881566" y="5391423"/>
              <a:ext cx="277765" cy="485607"/>
            </a:xfrm>
            <a:custGeom>
              <a:avLst/>
              <a:gdLst>
                <a:gd name="T0" fmla="*/ 414 w 433"/>
                <a:gd name="T1" fmla="*/ 757 h 757"/>
                <a:gd name="T2" fmla="*/ 0 w 433"/>
                <a:gd name="T3" fmla="*/ 9 h 757"/>
                <a:gd name="T4" fmla="*/ 19 w 433"/>
                <a:gd name="T5" fmla="*/ 0 h 757"/>
                <a:gd name="T6" fmla="*/ 433 w 433"/>
                <a:gd name="T7" fmla="*/ 745 h 757"/>
                <a:gd name="T8" fmla="*/ 414 w 433"/>
                <a:gd name="T9" fmla="*/ 757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3" h="757">
                  <a:moveTo>
                    <a:pt x="414" y="757"/>
                  </a:moveTo>
                  <a:lnTo>
                    <a:pt x="0" y="9"/>
                  </a:lnTo>
                  <a:lnTo>
                    <a:pt x="19" y="0"/>
                  </a:lnTo>
                  <a:lnTo>
                    <a:pt x="433" y="745"/>
                  </a:lnTo>
                  <a:lnTo>
                    <a:pt x="414" y="75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4" name="Freeform 78"/>
            <p:cNvSpPr/>
            <p:nvPr/>
          </p:nvSpPr>
          <p:spPr bwMode="auto">
            <a:xfrm>
              <a:off x="9986129" y="4610089"/>
              <a:ext cx="293160" cy="53244"/>
            </a:xfrm>
            <a:custGeom>
              <a:avLst/>
              <a:gdLst>
                <a:gd name="T0" fmla="*/ 2 w 457"/>
                <a:gd name="T1" fmla="*/ 83 h 83"/>
                <a:gd name="T2" fmla="*/ 0 w 457"/>
                <a:gd name="T3" fmla="*/ 62 h 83"/>
                <a:gd name="T4" fmla="*/ 454 w 457"/>
                <a:gd name="T5" fmla="*/ 0 h 83"/>
                <a:gd name="T6" fmla="*/ 457 w 457"/>
                <a:gd name="T7" fmla="*/ 24 h 83"/>
                <a:gd name="T8" fmla="*/ 2 w 457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7" h="83">
                  <a:moveTo>
                    <a:pt x="2" y="83"/>
                  </a:moveTo>
                  <a:lnTo>
                    <a:pt x="0" y="62"/>
                  </a:lnTo>
                  <a:lnTo>
                    <a:pt x="454" y="0"/>
                  </a:lnTo>
                  <a:lnTo>
                    <a:pt x="457" y="24"/>
                  </a:lnTo>
                  <a:lnTo>
                    <a:pt x="2" y="8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5" name="Freeform 79"/>
            <p:cNvSpPr/>
            <p:nvPr/>
          </p:nvSpPr>
          <p:spPr bwMode="auto">
            <a:xfrm>
              <a:off x="10276082" y="4454208"/>
              <a:ext cx="536926" cy="171278"/>
            </a:xfrm>
            <a:custGeom>
              <a:avLst/>
              <a:gdLst>
                <a:gd name="T0" fmla="*/ 7 w 837"/>
                <a:gd name="T1" fmla="*/ 267 h 267"/>
                <a:gd name="T2" fmla="*/ 0 w 837"/>
                <a:gd name="T3" fmla="*/ 246 h 267"/>
                <a:gd name="T4" fmla="*/ 833 w 837"/>
                <a:gd name="T5" fmla="*/ 0 h 267"/>
                <a:gd name="T6" fmla="*/ 837 w 837"/>
                <a:gd name="T7" fmla="*/ 21 h 267"/>
                <a:gd name="T8" fmla="*/ 7 w 837"/>
                <a:gd name="T9" fmla="*/ 267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7" h="267">
                  <a:moveTo>
                    <a:pt x="7" y="267"/>
                  </a:moveTo>
                  <a:lnTo>
                    <a:pt x="0" y="246"/>
                  </a:lnTo>
                  <a:lnTo>
                    <a:pt x="833" y="0"/>
                  </a:lnTo>
                  <a:lnTo>
                    <a:pt x="837" y="21"/>
                  </a:lnTo>
                  <a:lnTo>
                    <a:pt x="7" y="26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6" name="Freeform 80"/>
            <p:cNvSpPr/>
            <p:nvPr/>
          </p:nvSpPr>
          <p:spPr bwMode="auto">
            <a:xfrm>
              <a:off x="8551760" y="2167300"/>
              <a:ext cx="230936" cy="291236"/>
            </a:xfrm>
            <a:custGeom>
              <a:avLst/>
              <a:gdLst>
                <a:gd name="T0" fmla="*/ 343 w 360"/>
                <a:gd name="T1" fmla="*/ 454 h 454"/>
                <a:gd name="T2" fmla="*/ 0 w 360"/>
                <a:gd name="T3" fmla="*/ 14 h 454"/>
                <a:gd name="T4" fmla="*/ 19 w 360"/>
                <a:gd name="T5" fmla="*/ 0 h 454"/>
                <a:gd name="T6" fmla="*/ 360 w 360"/>
                <a:gd name="T7" fmla="*/ 442 h 454"/>
                <a:gd name="T8" fmla="*/ 343 w 360"/>
                <a:gd name="T9" fmla="*/ 454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0" h="454">
                  <a:moveTo>
                    <a:pt x="343" y="454"/>
                  </a:moveTo>
                  <a:lnTo>
                    <a:pt x="0" y="14"/>
                  </a:lnTo>
                  <a:lnTo>
                    <a:pt x="19" y="0"/>
                  </a:lnTo>
                  <a:lnTo>
                    <a:pt x="360" y="442"/>
                  </a:lnTo>
                  <a:lnTo>
                    <a:pt x="343" y="454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7" name="Freeform 81"/>
            <p:cNvSpPr/>
            <p:nvPr/>
          </p:nvSpPr>
          <p:spPr bwMode="auto">
            <a:xfrm>
              <a:off x="7902573" y="3498389"/>
              <a:ext cx="306632" cy="28867"/>
            </a:xfrm>
            <a:custGeom>
              <a:avLst/>
              <a:gdLst>
                <a:gd name="T0" fmla="*/ 475 w 478"/>
                <a:gd name="T1" fmla="*/ 45 h 45"/>
                <a:gd name="T2" fmla="*/ 0 w 478"/>
                <a:gd name="T3" fmla="*/ 22 h 45"/>
                <a:gd name="T4" fmla="*/ 0 w 478"/>
                <a:gd name="T5" fmla="*/ 0 h 45"/>
                <a:gd name="T6" fmla="*/ 478 w 478"/>
                <a:gd name="T7" fmla="*/ 24 h 45"/>
                <a:gd name="T8" fmla="*/ 475 w 478"/>
                <a:gd name="T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45">
                  <a:moveTo>
                    <a:pt x="475" y="45"/>
                  </a:moveTo>
                  <a:lnTo>
                    <a:pt x="0" y="22"/>
                  </a:lnTo>
                  <a:lnTo>
                    <a:pt x="0" y="0"/>
                  </a:lnTo>
                  <a:lnTo>
                    <a:pt x="478" y="24"/>
                  </a:lnTo>
                  <a:lnTo>
                    <a:pt x="475" y="4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8" name="Freeform 82"/>
            <p:cNvSpPr/>
            <p:nvPr/>
          </p:nvSpPr>
          <p:spPr bwMode="auto">
            <a:xfrm>
              <a:off x="8104001" y="4118709"/>
              <a:ext cx="438778" cy="119958"/>
            </a:xfrm>
            <a:custGeom>
              <a:avLst/>
              <a:gdLst>
                <a:gd name="T0" fmla="*/ 5 w 684"/>
                <a:gd name="T1" fmla="*/ 187 h 187"/>
                <a:gd name="T2" fmla="*/ 0 w 684"/>
                <a:gd name="T3" fmla="*/ 164 h 187"/>
                <a:gd name="T4" fmla="*/ 677 w 684"/>
                <a:gd name="T5" fmla="*/ 0 h 187"/>
                <a:gd name="T6" fmla="*/ 684 w 684"/>
                <a:gd name="T7" fmla="*/ 22 h 187"/>
                <a:gd name="T8" fmla="*/ 5 w 684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4" h="187">
                  <a:moveTo>
                    <a:pt x="5" y="187"/>
                  </a:moveTo>
                  <a:lnTo>
                    <a:pt x="0" y="164"/>
                  </a:lnTo>
                  <a:lnTo>
                    <a:pt x="677" y="0"/>
                  </a:lnTo>
                  <a:lnTo>
                    <a:pt x="684" y="22"/>
                  </a:lnTo>
                  <a:lnTo>
                    <a:pt x="5" y="18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9" name="Freeform 83"/>
            <p:cNvSpPr/>
            <p:nvPr/>
          </p:nvSpPr>
          <p:spPr bwMode="auto">
            <a:xfrm>
              <a:off x="8742924" y="5605039"/>
              <a:ext cx="335499" cy="74413"/>
            </a:xfrm>
            <a:custGeom>
              <a:avLst/>
              <a:gdLst>
                <a:gd name="T0" fmla="*/ 5 w 523"/>
                <a:gd name="T1" fmla="*/ 116 h 116"/>
                <a:gd name="T2" fmla="*/ 0 w 523"/>
                <a:gd name="T3" fmla="*/ 93 h 116"/>
                <a:gd name="T4" fmla="*/ 518 w 523"/>
                <a:gd name="T5" fmla="*/ 0 h 116"/>
                <a:gd name="T6" fmla="*/ 523 w 523"/>
                <a:gd name="T7" fmla="*/ 22 h 116"/>
                <a:gd name="T8" fmla="*/ 5 w 523"/>
                <a:gd name="T9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" h="116">
                  <a:moveTo>
                    <a:pt x="5" y="116"/>
                  </a:moveTo>
                  <a:lnTo>
                    <a:pt x="0" y="93"/>
                  </a:lnTo>
                  <a:lnTo>
                    <a:pt x="518" y="0"/>
                  </a:lnTo>
                  <a:lnTo>
                    <a:pt x="523" y="22"/>
                  </a:lnTo>
                  <a:lnTo>
                    <a:pt x="5" y="116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0" name="Freeform 84"/>
            <p:cNvSpPr/>
            <p:nvPr/>
          </p:nvSpPr>
          <p:spPr bwMode="auto">
            <a:xfrm>
              <a:off x="10272875" y="4613297"/>
              <a:ext cx="226446" cy="200145"/>
            </a:xfrm>
            <a:custGeom>
              <a:avLst/>
              <a:gdLst>
                <a:gd name="T0" fmla="*/ 336 w 353"/>
                <a:gd name="T1" fmla="*/ 312 h 312"/>
                <a:gd name="T2" fmla="*/ 0 w 353"/>
                <a:gd name="T3" fmla="*/ 19 h 312"/>
                <a:gd name="T4" fmla="*/ 17 w 353"/>
                <a:gd name="T5" fmla="*/ 0 h 312"/>
                <a:gd name="T6" fmla="*/ 353 w 353"/>
                <a:gd name="T7" fmla="*/ 296 h 312"/>
                <a:gd name="T8" fmla="*/ 336 w 353"/>
                <a:gd name="T9" fmla="*/ 312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312">
                  <a:moveTo>
                    <a:pt x="336" y="312"/>
                  </a:moveTo>
                  <a:lnTo>
                    <a:pt x="0" y="19"/>
                  </a:lnTo>
                  <a:lnTo>
                    <a:pt x="17" y="0"/>
                  </a:lnTo>
                  <a:lnTo>
                    <a:pt x="353" y="296"/>
                  </a:lnTo>
                  <a:lnTo>
                    <a:pt x="336" y="312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1" name="Freeform 85"/>
            <p:cNvSpPr/>
            <p:nvPr/>
          </p:nvSpPr>
          <p:spPr bwMode="auto">
            <a:xfrm>
              <a:off x="10397324" y="3457975"/>
              <a:ext cx="692167" cy="52602"/>
            </a:xfrm>
            <a:custGeom>
              <a:avLst/>
              <a:gdLst>
                <a:gd name="T0" fmla="*/ 1079 w 1079"/>
                <a:gd name="T1" fmla="*/ 82 h 82"/>
                <a:gd name="T2" fmla="*/ 0 w 1079"/>
                <a:gd name="T3" fmla="*/ 21 h 82"/>
                <a:gd name="T4" fmla="*/ 0 w 1079"/>
                <a:gd name="T5" fmla="*/ 0 h 82"/>
                <a:gd name="T6" fmla="*/ 1079 w 1079"/>
                <a:gd name="T7" fmla="*/ 59 h 82"/>
                <a:gd name="T8" fmla="*/ 1079 w 1079"/>
                <a:gd name="T9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9" h="82">
                  <a:moveTo>
                    <a:pt x="1079" y="82"/>
                  </a:moveTo>
                  <a:lnTo>
                    <a:pt x="0" y="21"/>
                  </a:lnTo>
                  <a:lnTo>
                    <a:pt x="0" y="0"/>
                  </a:lnTo>
                  <a:lnTo>
                    <a:pt x="1079" y="59"/>
                  </a:lnTo>
                  <a:lnTo>
                    <a:pt x="1079" y="82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2" name="Freeform 86"/>
            <p:cNvSpPr/>
            <p:nvPr/>
          </p:nvSpPr>
          <p:spPr bwMode="auto">
            <a:xfrm>
              <a:off x="10755274" y="2752338"/>
              <a:ext cx="176409" cy="247615"/>
            </a:xfrm>
            <a:custGeom>
              <a:avLst/>
              <a:gdLst>
                <a:gd name="T0" fmla="*/ 17 w 275"/>
                <a:gd name="T1" fmla="*/ 386 h 386"/>
                <a:gd name="T2" fmla="*/ 0 w 275"/>
                <a:gd name="T3" fmla="*/ 374 h 386"/>
                <a:gd name="T4" fmla="*/ 258 w 275"/>
                <a:gd name="T5" fmla="*/ 0 h 386"/>
                <a:gd name="T6" fmla="*/ 275 w 275"/>
                <a:gd name="T7" fmla="*/ 12 h 386"/>
                <a:gd name="T8" fmla="*/ 17 w 275"/>
                <a:gd name="T9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386">
                  <a:moveTo>
                    <a:pt x="17" y="386"/>
                  </a:moveTo>
                  <a:lnTo>
                    <a:pt x="0" y="374"/>
                  </a:lnTo>
                  <a:lnTo>
                    <a:pt x="258" y="0"/>
                  </a:lnTo>
                  <a:lnTo>
                    <a:pt x="275" y="12"/>
                  </a:lnTo>
                  <a:lnTo>
                    <a:pt x="17" y="386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3" name="Freeform 87"/>
            <p:cNvSpPr/>
            <p:nvPr/>
          </p:nvSpPr>
          <p:spPr bwMode="auto">
            <a:xfrm>
              <a:off x="8819261" y="6036119"/>
              <a:ext cx="1404861" cy="1148265"/>
            </a:xfrm>
            <a:custGeom>
              <a:avLst/>
              <a:gdLst>
                <a:gd name="T0" fmla="*/ 926 w 926"/>
                <a:gd name="T1" fmla="*/ 74 h 757"/>
                <a:gd name="T2" fmla="*/ 871 w 926"/>
                <a:gd name="T3" fmla="*/ 0 h 757"/>
                <a:gd name="T4" fmla="*/ 54 w 926"/>
                <a:gd name="T5" fmla="*/ 0 h 757"/>
                <a:gd name="T6" fmla="*/ 0 w 926"/>
                <a:gd name="T7" fmla="*/ 74 h 757"/>
                <a:gd name="T8" fmla="*/ 40 w 926"/>
                <a:gd name="T9" fmla="*/ 144 h 757"/>
                <a:gd name="T10" fmla="*/ 0 w 926"/>
                <a:gd name="T11" fmla="*/ 214 h 757"/>
                <a:gd name="T12" fmla="*/ 40 w 926"/>
                <a:gd name="T13" fmla="*/ 284 h 757"/>
                <a:gd name="T14" fmla="*/ 0 w 926"/>
                <a:gd name="T15" fmla="*/ 354 h 757"/>
                <a:gd name="T16" fmla="*/ 59 w 926"/>
                <a:gd name="T17" fmla="*/ 428 h 757"/>
                <a:gd name="T18" fmla="*/ 65 w 926"/>
                <a:gd name="T19" fmla="*/ 428 h 757"/>
                <a:gd name="T20" fmla="*/ 36 w 926"/>
                <a:gd name="T21" fmla="*/ 494 h 757"/>
                <a:gd name="T22" fmla="*/ 91 w 926"/>
                <a:gd name="T23" fmla="*/ 568 h 757"/>
                <a:gd name="T24" fmla="*/ 170 w 926"/>
                <a:gd name="T25" fmla="*/ 568 h 757"/>
                <a:gd name="T26" fmla="*/ 294 w 926"/>
                <a:gd name="T27" fmla="*/ 664 h 757"/>
                <a:gd name="T28" fmla="*/ 300 w 926"/>
                <a:gd name="T29" fmla="*/ 670 h 757"/>
                <a:gd name="T30" fmla="*/ 367 w 926"/>
                <a:gd name="T31" fmla="*/ 737 h 757"/>
                <a:gd name="T32" fmla="*/ 462 w 926"/>
                <a:gd name="T33" fmla="*/ 757 h 757"/>
                <a:gd name="T34" fmla="*/ 551 w 926"/>
                <a:gd name="T35" fmla="*/ 743 h 757"/>
                <a:gd name="T36" fmla="*/ 557 w 926"/>
                <a:gd name="T37" fmla="*/ 738 h 757"/>
                <a:gd name="T38" fmla="*/ 626 w 926"/>
                <a:gd name="T39" fmla="*/ 669 h 757"/>
                <a:gd name="T40" fmla="*/ 631 w 926"/>
                <a:gd name="T41" fmla="*/ 664 h 757"/>
                <a:gd name="T42" fmla="*/ 756 w 926"/>
                <a:gd name="T43" fmla="*/ 568 h 757"/>
                <a:gd name="T44" fmla="*/ 834 w 926"/>
                <a:gd name="T45" fmla="*/ 568 h 757"/>
                <a:gd name="T46" fmla="*/ 890 w 926"/>
                <a:gd name="T47" fmla="*/ 494 h 757"/>
                <a:gd name="T48" fmla="*/ 860 w 926"/>
                <a:gd name="T49" fmla="*/ 428 h 757"/>
                <a:gd name="T50" fmla="*/ 866 w 926"/>
                <a:gd name="T51" fmla="*/ 428 h 757"/>
                <a:gd name="T52" fmla="*/ 926 w 926"/>
                <a:gd name="T53" fmla="*/ 354 h 757"/>
                <a:gd name="T54" fmla="*/ 886 w 926"/>
                <a:gd name="T55" fmla="*/ 284 h 757"/>
                <a:gd name="T56" fmla="*/ 926 w 926"/>
                <a:gd name="T57" fmla="*/ 214 h 757"/>
                <a:gd name="T58" fmla="*/ 886 w 926"/>
                <a:gd name="T59" fmla="*/ 144 h 757"/>
                <a:gd name="T60" fmla="*/ 926 w 926"/>
                <a:gd name="T61" fmla="*/ 74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26" h="757">
                  <a:moveTo>
                    <a:pt x="926" y="74"/>
                  </a:moveTo>
                  <a:cubicBezTo>
                    <a:pt x="926" y="35"/>
                    <a:pt x="902" y="3"/>
                    <a:pt x="87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24" y="3"/>
                    <a:pt x="0" y="35"/>
                    <a:pt x="0" y="74"/>
                  </a:cubicBezTo>
                  <a:cubicBezTo>
                    <a:pt x="0" y="107"/>
                    <a:pt x="16" y="134"/>
                    <a:pt x="40" y="144"/>
                  </a:cubicBezTo>
                  <a:cubicBezTo>
                    <a:pt x="16" y="154"/>
                    <a:pt x="0" y="181"/>
                    <a:pt x="0" y="214"/>
                  </a:cubicBezTo>
                  <a:cubicBezTo>
                    <a:pt x="0" y="246"/>
                    <a:pt x="16" y="274"/>
                    <a:pt x="40" y="284"/>
                  </a:cubicBezTo>
                  <a:cubicBezTo>
                    <a:pt x="16" y="294"/>
                    <a:pt x="0" y="321"/>
                    <a:pt x="0" y="354"/>
                  </a:cubicBezTo>
                  <a:cubicBezTo>
                    <a:pt x="0" y="395"/>
                    <a:pt x="26" y="428"/>
                    <a:pt x="59" y="428"/>
                  </a:cubicBezTo>
                  <a:cubicBezTo>
                    <a:pt x="65" y="428"/>
                    <a:pt x="65" y="428"/>
                    <a:pt x="65" y="428"/>
                  </a:cubicBezTo>
                  <a:cubicBezTo>
                    <a:pt x="48" y="441"/>
                    <a:pt x="36" y="465"/>
                    <a:pt x="36" y="494"/>
                  </a:cubicBezTo>
                  <a:cubicBezTo>
                    <a:pt x="36" y="535"/>
                    <a:pt x="61" y="568"/>
                    <a:pt x="91" y="568"/>
                  </a:cubicBezTo>
                  <a:cubicBezTo>
                    <a:pt x="170" y="568"/>
                    <a:pt x="170" y="568"/>
                    <a:pt x="170" y="568"/>
                  </a:cubicBezTo>
                  <a:cubicBezTo>
                    <a:pt x="206" y="606"/>
                    <a:pt x="270" y="649"/>
                    <a:pt x="294" y="664"/>
                  </a:cubicBezTo>
                  <a:cubicBezTo>
                    <a:pt x="300" y="670"/>
                    <a:pt x="300" y="670"/>
                    <a:pt x="300" y="670"/>
                  </a:cubicBezTo>
                  <a:cubicBezTo>
                    <a:pt x="319" y="690"/>
                    <a:pt x="346" y="718"/>
                    <a:pt x="367" y="737"/>
                  </a:cubicBezTo>
                  <a:cubicBezTo>
                    <a:pt x="378" y="750"/>
                    <a:pt x="410" y="757"/>
                    <a:pt x="462" y="757"/>
                  </a:cubicBezTo>
                  <a:cubicBezTo>
                    <a:pt x="494" y="757"/>
                    <a:pt x="532" y="754"/>
                    <a:pt x="551" y="743"/>
                  </a:cubicBezTo>
                  <a:cubicBezTo>
                    <a:pt x="557" y="738"/>
                    <a:pt x="557" y="738"/>
                    <a:pt x="557" y="738"/>
                  </a:cubicBezTo>
                  <a:cubicBezTo>
                    <a:pt x="578" y="719"/>
                    <a:pt x="606" y="690"/>
                    <a:pt x="626" y="669"/>
                  </a:cubicBezTo>
                  <a:cubicBezTo>
                    <a:pt x="631" y="664"/>
                    <a:pt x="631" y="664"/>
                    <a:pt x="631" y="664"/>
                  </a:cubicBezTo>
                  <a:cubicBezTo>
                    <a:pt x="675" y="638"/>
                    <a:pt x="727" y="599"/>
                    <a:pt x="756" y="568"/>
                  </a:cubicBezTo>
                  <a:cubicBezTo>
                    <a:pt x="834" y="568"/>
                    <a:pt x="834" y="568"/>
                    <a:pt x="834" y="568"/>
                  </a:cubicBezTo>
                  <a:cubicBezTo>
                    <a:pt x="865" y="568"/>
                    <a:pt x="890" y="535"/>
                    <a:pt x="890" y="494"/>
                  </a:cubicBezTo>
                  <a:cubicBezTo>
                    <a:pt x="890" y="465"/>
                    <a:pt x="878" y="441"/>
                    <a:pt x="860" y="428"/>
                  </a:cubicBezTo>
                  <a:cubicBezTo>
                    <a:pt x="866" y="428"/>
                    <a:pt x="866" y="428"/>
                    <a:pt x="866" y="428"/>
                  </a:cubicBezTo>
                  <a:cubicBezTo>
                    <a:pt x="899" y="428"/>
                    <a:pt x="926" y="395"/>
                    <a:pt x="926" y="354"/>
                  </a:cubicBezTo>
                  <a:cubicBezTo>
                    <a:pt x="926" y="321"/>
                    <a:pt x="909" y="294"/>
                    <a:pt x="886" y="284"/>
                  </a:cubicBezTo>
                  <a:cubicBezTo>
                    <a:pt x="909" y="274"/>
                    <a:pt x="926" y="246"/>
                    <a:pt x="926" y="214"/>
                  </a:cubicBezTo>
                  <a:cubicBezTo>
                    <a:pt x="926" y="181"/>
                    <a:pt x="909" y="154"/>
                    <a:pt x="886" y="144"/>
                  </a:cubicBezTo>
                  <a:cubicBezTo>
                    <a:pt x="909" y="134"/>
                    <a:pt x="926" y="107"/>
                    <a:pt x="926" y="74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4" name="Freeform 88"/>
            <p:cNvSpPr/>
            <p:nvPr/>
          </p:nvSpPr>
          <p:spPr bwMode="auto">
            <a:xfrm>
              <a:off x="8987331" y="6243961"/>
              <a:ext cx="1065513" cy="21169"/>
            </a:xfrm>
            <a:custGeom>
              <a:avLst/>
              <a:gdLst>
                <a:gd name="T0" fmla="*/ 3 w 702"/>
                <a:gd name="T1" fmla="*/ 9 h 14"/>
                <a:gd name="T2" fmla="*/ 351 w 702"/>
                <a:gd name="T3" fmla="*/ 14 h 14"/>
                <a:gd name="T4" fmla="*/ 700 w 702"/>
                <a:gd name="T5" fmla="*/ 9 h 14"/>
                <a:gd name="T6" fmla="*/ 702 w 702"/>
                <a:gd name="T7" fmla="*/ 7 h 14"/>
                <a:gd name="T8" fmla="*/ 700 w 702"/>
                <a:gd name="T9" fmla="*/ 6 h 14"/>
                <a:gd name="T10" fmla="*/ 351 w 702"/>
                <a:gd name="T11" fmla="*/ 0 h 14"/>
                <a:gd name="T12" fmla="*/ 3 w 702"/>
                <a:gd name="T13" fmla="*/ 6 h 14"/>
                <a:gd name="T14" fmla="*/ 0 w 702"/>
                <a:gd name="T15" fmla="*/ 7 h 14"/>
                <a:gd name="T16" fmla="*/ 3 w 702"/>
                <a:gd name="T17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2" h="14">
                  <a:moveTo>
                    <a:pt x="3" y="9"/>
                  </a:moveTo>
                  <a:cubicBezTo>
                    <a:pt x="107" y="12"/>
                    <a:pt x="228" y="14"/>
                    <a:pt x="351" y="14"/>
                  </a:cubicBezTo>
                  <a:cubicBezTo>
                    <a:pt x="474" y="14"/>
                    <a:pt x="595" y="12"/>
                    <a:pt x="700" y="9"/>
                  </a:cubicBezTo>
                  <a:cubicBezTo>
                    <a:pt x="701" y="9"/>
                    <a:pt x="702" y="8"/>
                    <a:pt x="702" y="7"/>
                  </a:cubicBezTo>
                  <a:cubicBezTo>
                    <a:pt x="702" y="6"/>
                    <a:pt x="701" y="6"/>
                    <a:pt x="700" y="6"/>
                  </a:cubicBezTo>
                  <a:cubicBezTo>
                    <a:pt x="595" y="2"/>
                    <a:pt x="474" y="0"/>
                    <a:pt x="351" y="0"/>
                  </a:cubicBezTo>
                  <a:cubicBezTo>
                    <a:pt x="228" y="0"/>
                    <a:pt x="107" y="2"/>
                    <a:pt x="3" y="6"/>
                  </a:cubicBezTo>
                  <a:cubicBezTo>
                    <a:pt x="1" y="6"/>
                    <a:pt x="0" y="6"/>
                    <a:pt x="0" y="7"/>
                  </a:cubicBezTo>
                  <a:cubicBezTo>
                    <a:pt x="0" y="8"/>
                    <a:pt x="1" y="9"/>
                    <a:pt x="3" y="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5" name="Freeform 89"/>
            <p:cNvSpPr/>
            <p:nvPr/>
          </p:nvSpPr>
          <p:spPr bwMode="auto">
            <a:xfrm>
              <a:off x="8987331" y="6454370"/>
              <a:ext cx="1065513" cy="21169"/>
            </a:xfrm>
            <a:custGeom>
              <a:avLst/>
              <a:gdLst>
                <a:gd name="T0" fmla="*/ 3 w 702"/>
                <a:gd name="T1" fmla="*/ 9 h 14"/>
                <a:gd name="T2" fmla="*/ 351 w 702"/>
                <a:gd name="T3" fmla="*/ 14 h 14"/>
                <a:gd name="T4" fmla="*/ 700 w 702"/>
                <a:gd name="T5" fmla="*/ 9 h 14"/>
                <a:gd name="T6" fmla="*/ 702 w 702"/>
                <a:gd name="T7" fmla="*/ 7 h 14"/>
                <a:gd name="T8" fmla="*/ 700 w 702"/>
                <a:gd name="T9" fmla="*/ 6 h 14"/>
                <a:gd name="T10" fmla="*/ 351 w 702"/>
                <a:gd name="T11" fmla="*/ 0 h 14"/>
                <a:gd name="T12" fmla="*/ 3 w 702"/>
                <a:gd name="T13" fmla="*/ 6 h 14"/>
                <a:gd name="T14" fmla="*/ 0 w 702"/>
                <a:gd name="T15" fmla="*/ 7 h 14"/>
                <a:gd name="T16" fmla="*/ 3 w 702"/>
                <a:gd name="T17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2" h="14">
                  <a:moveTo>
                    <a:pt x="3" y="9"/>
                  </a:moveTo>
                  <a:cubicBezTo>
                    <a:pt x="107" y="12"/>
                    <a:pt x="228" y="14"/>
                    <a:pt x="351" y="14"/>
                  </a:cubicBezTo>
                  <a:cubicBezTo>
                    <a:pt x="474" y="14"/>
                    <a:pt x="595" y="12"/>
                    <a:pt x="700" y="9"/>
                  </a:cubicBezTo>
                  <a:cubicBezTo>
                    <a:pt x="701" y="9"/>
                    <a:pt x="702" y="8"/>
                    <a:pt x="702" y="7"/>
                  </a:cubicBezTo>
                  <a:cubicBezTo>
                    <a:pt x="702" y="6"/>
                    <a:pt x="701" y="6"/>
                    <a:pt x="700" y="6"/>
                  </a:cubicBezTo>
                  <a:cubicBezTo>
                    <a:pt x="595" y="2"/>
                    <a:pt x="474" y="0"/>
                    <a:pt x="351" y="0"/>
                  </a:cubicBezTo>
                  <a:cubicBezTo>
                    <a:pt x="228" y="0"/>
                    <a:pt x="107" y="2"/>
                    <a:pt x="3" y="6"/>
                  </a:cubicBezTo>
                  <a:cubicBezTo>
                    <a:pt x="1" y="6"/>
                    <a:pt x="0" y="6"/>
                    <a:pt x="0" y="7"/>
                  </a:cubicBezTo>
                  <a:cubicBezTo>
                    <a:pt x="0" y="8"/>
                    <a:pt x="1" y="9"/>
                    <a:pt x="3" y="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6" name="Freeform 90"/>
            <p:cNvSpPr/>
            <p:nvPr/>
          </p:nvSpPr>
          <p:spPr bwMode="auto">
            <a:xfrm>
              <a:off x="8987331" y="6673117"/>
              <a:ext cx="1065513" cy="19886"/>
            </a:xfrm>
            <a:custGeom>
              <a:avLst/>
              <a:gdLst>
                <a:gd name="T0" fmla="*/ 3 w 702"/>
                <a:gd name="T1" fmla="*/ 8 h 13"/>
                <a:gd name="T2" fmla="*/ 351 w 702"/>
                <a:gd name="T3" fmla="*/ 13 h 13"/>
                <a:gd name="T4" fmla="*/ 700 w 702"/>
                <a:gd name="T5" fmla="*/ 8 h 13"/>
                <a:gd name="T6" fmla="*/ 702 w 702"/>
                <a:gd name="T7" fmla="*/ 6 h 13"/>
                <a:gd name="T8" fmla="*/ 700 w 702"/>
                <a:gd name="T9" fmla="*/ 5 h 13"/>
                <a:gd name="T10" fmla="*/ 351 w 702"/>
                <a:gd name="T11" fmla="*/ 0 h 13"/>
                <a:gd name="T12" fmla="*/ 3 w 702"/>
                <a:gd name="T13" fmla="*/ 5 h 13"/>
                <a:gd name="T14" fmla="*/ 0 w 702"/>
                <a:gd name="T15" fmla="*/ 6 h 13"/>
                <a:gd name="T16" fmla="*/ 3 w 702"/>
                <a:gd name="T17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2" h="13">
                  <a:moveTo>
                    <a:pt x="3" y="8"/>
                  </a:moveTo>
                  <a:cubicBezTo>
                    <a:pt x="107" y="11"/>
                    <a:pt x="228" y="13"/>
                    <a:pt x="351" y="13"/>
                  </a:cubicBezTo>
                  <a:cubicBezTo>
                    <a:pt x="474" y="13"/>
                    <a:pt x="595" y="11"/>
                    <a:pt x="700" y="8"/>
                  </a:cubicBezTo>
                  <a:cubicBezTo>
                    <a:pt x="701" y="8"/>
                    <a:pt x="702" y="7"/>
                    <a:pt x="702" y="6"/>
                  </a:cubicBezTo>
                  <a:cubicBezTo>
                    <a:pt x="702" y="6"/>
                    <a:pt x="701" y="5"/>
                    <a:pt x="700" y="5"/>
                  </a:cubicBezTo>
                  <a:cubicBezTo>
                    <a:pt x="595" y="1"/>
                    <a:pt x="474" y="0"/>
                    <a:pt x="351" y="0"/>
                  </a:cubicBezTo>
                  <a:cubicBezTo>
                    <a:pt x="228" y="0"/>
                    <a:pt x="107" y="1"/>
                    <a:pt x="3" y="5"/>
                  </a:cubicBezTo>
                  <a:cubicBezTo>
                    <a:pt x="1" y="5"/>
                    <a:pt x="0" y="6"/>
                    <a:pt x="0" y="6"/>
                  </a:cubicBezTo>
                  <a:cubicBezTo>
                    <a:pt x="0" y="7"/>
                    <a:pt x="1" y="8"/>
                    <a:pt x="3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7" name="Oval 91"/>
            <p:cNvSpPr>
              <a:spLocks noChangeArrowheads="1"/>
            </p:cNvSpPr>
            <p:nvPr/>
          </p:nvSpPr>
          <p:spPr bwMode="auto">
            <a:xfrm>
              <a:off x="9104082" y="4328476"/>
              <a:ext cx="712053" cy="712694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8" name="Oval 92"/>
            <p:cNvSpPr>
              <a:spLocks noChangeArrowheads="1"/>
            </p:cNvSpPr>
            <p:nvPr/>
          </p:nvSpPr>
          <p:spPr bwMode="auto">
            <a:xfrm>
              <a:off x="9458184" y="1790746"/>
              <a:ext cx="341272" cy="34127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9" name="Oval 93"/>
            <p:cNvSpPr>
              <a:spLocks noChangeArrowheads="1"/>
            </p:cNvSpPr>
            <p:nvPr/>
          </p:nvSpPr>
          <p:spPr bwMode="auto">
            <a:xfrm>
              <a:off x="8338144" y="3031385"/>
              <a:ext cx="515757" cy="515757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0" name="Oval 94"/>
            <p:cNvSpPr>
              <a:spLocks noChangeArrowheads="1"/>
            </p:cNvSpPr>
            <p:nvPr/>
          </p:nvSpPr>
          <p:spPr bwMode="auto">
            <a:xfrm>
              <a:off x="10864969" y="3647215"/>
              <a:ext cx="283538" cy="282255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1" name="Oval 95"/>
            <p:cNvSpPr>
              <a:spLocks noChangeArrowheads="1"/>
            </p:cNvSpPr>
            <p:nvPr/>
          </p:nvSpPr>
          <p:spPr bwMode="auto">
            <a:xfrm>
              <a:off x="8809638" y="5342670"/>
              <a:ext cx="534360" cy="534360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2" name="Oval 96"/>
            <p:cNvSpPr>
              <a:spLocks noChangeArrowheads="1"/>
            </p:cNvSpPr>
            <p:nvPr/>
          </p:nvSpPr>
          <p:spPr bwMode="auto">
            <a:xfrm>
              <a:off x="10528187" y="2344351"/>
              <a:ext cx="354743" cy="353460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3" name="Oval 97"/>
            <p:cNvSpPr>
              <a:spLocks noChangeArrowheads="1"/>
            </p:cNvSpPr>
            <p:nvPr/>
          </p:nvSpPr>
          <p:spPr bwMode="auto">
            <a:xfrm>
              <a:off x="9163740" y="3171230"/>
              <a:ext cx="678054" cy="678054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4" name="Oval 98"/>
            <p:cNvSpPr>
              <a:spLocks noChangeArrowheads="1"/>
            </p:cNvSpPr>
            <p:nvPr/>
          </p:nvSpPr>
          <p:spPr bwMode="auto">
            <a:xfrm>
              <a:off x="10161897" y="1954967"/>
              <a:ext cx="255313" cy="25467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" name="Oval 99"/>
            <p:cNvSpPr>
              <a:spLocks noChangeArrowheads="1"/>
            </p:cNvSpPr>
            <p:nvPr/>
          </p:nvSpPr>
          <p:spPr bwMode="auto">
            <a:xfrm>
              <a:off x="7829443" y="2985840"/>
              <a:ext cx="252105" cy="253388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6" name="Oval 100"/>
            <p:cNvSpPr>
              <a:spLocks noChangeArrowheads="1"/>
            </p:cNvSpPr>
            <p:nvPr/>
          </p:nvSpPr>
          <p:spPr bwMode="auto">
            <a:xfrm>
              <a:off x="9655121" y="5147015"/>
              <a:ext cx="470853" cy="468928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" name="Oval 101"/>
            <p:cNvSpPr>
              <a:spLocks noChangeArrowheads="1"/>
            </p:cNvSpPr>
            <p:nvPr/>
          </p:nvSpPr>
          <p:spPr bwMode="auto">
            <a:xfrm>
              <a:off x="8503648" y="4907740"/>
              <a:ext cx="373347" cy="3714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8" name="Oval 102"/>
            <p:cNvSpPr>
              <a:spLocks noChangeArrowheads="1"/>
            </p:cNvSpPr>
            <p:nvPr/>
          </p:nvSpPr>
          <p:spPr bwMode="auto">
            <a:xfrm>
              <a:off x="9161816" y="2467517"/>
              <a:ext cx="309839" cy="31048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9" name="Oval 103"/>
            <p:cNvSpPr>
              <a:spLocks noChangeArrowheads="1"/>
            </p:cNvSpPr>
            <p:nvPr/>
          </p:nvSpPr>
          <p:spPr bwMode="auto">
            <a:xfrm>
              <a:off x="8211771" y="3810794"/>
              <a:ext cx="638923" cy="638923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0" name="Oval 104"/>
            <p:cNvSpPr>
              <a:spLocks noChangeArrowheads="1"/>
            </p:cNvSpPr>
            <p:nvPr/>
          </p:nvSpPr>
          <p:spPr bwMode="auto">
            <a:xfrm>
              <a:off x="8544062" y="2221826"/>
              <a:ext cx="469570" cy="468287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1" name="Oval 105"/>
            <p:cNvSpPr>
              <a:spLocks noChangeArrowheads="1"/>
            </p:cNvSpPr>
            <p:nvPr/>
          </p:nvSpPr>
          <p:spPr bwMode="auto">
            <a:xfrm>
              <a:off x="10049637" y="3874943"/>
              <a:ext cx="645338" cy="64277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2" name="Oval 106"/>
            <p:cNvSpPr>
              <a:spLocks noChangeArrowheads="1"/>
            </p:cNvSpPr>
            <p:nvPr/>
          </p:nvSpPr>
          <p:spPr bwMode="auto">
            <a:xfrm>
              <a:off x="9832813" y="2380916"/>
              <a:ext cx="563227" cy="562586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3" name="Oval 107"/>
            <p:cNvSpPr>
              <a:spLocks noChangeArrowheads="1"/>
            </p:cNvSpPr>
            <p:nvPr/>
          </p:nvSpPr>
          <p:spPr bwMode="auto">
            <a:xfrm>
              <a:off x="10172802" y="4907740"/>
              <a:ext cx="323310" cy="322669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4" name="Oval 108"/>
            <p:cNvSpPr>
              <a:spLocks noChangeArrowheads="1"/>
            </p:cNvSpPr>
            <p:nvPr/>
          </p:nvSpPr>
          <p:spPr bwMode="auto">
            <a:xfrm>
              <a:off x="10202952" y="3277076"/>
              <a:ext cx="379761" cy="379120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5" name="Oval 109"/>
            <p:cNvSpPr>
              <a:spLocks noChangeArrowheads="1"/>
            </p:cNvSpPr>
            <p:nvPr/>
          </p:nvSpPr>
          <p:spPr bwMode="auto">
            <a:xfrm>
              <a:off x="8223959" y="2761319"/>
              <a:ext cx="276482" cy="277765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6" name="Oval 110"/>
            <p:cNvSpPr>
              <a:spLocks noChangeArrowheads="1"/>
            </p:cNvSpPr>
            <p:nvPr/>
          </p:nvSpPr>
          <p:spPr bwMode="auto">
            <a:xfrm>
              <a:off x="10927193" y="3081421"/>
              <a:ext cx="256596" cy="25467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7" name="Oval 111"/>
            <p:cNvSpPr>
              <a:spLocks noChangeArrowheads="1"/>
            </p:cNvSpPr>
            <p:nvPr/>
          </p:nvSpPr>
          <p:spPr bwMode="auto">
            <a:xfrm>
              <a:off x="8125811" y="2314201"/>
              <a:ext cx="265576" cy="265576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8" name="Freeform 112"/>
            <p:cNvSpPr>
              <a:spLocks noEditPoints="1"/>
            </p:cNvSpPr>
            <p:nvPr/>
          </p:nvSpPr>
          <p:spPr bwMode="auto">
            <a:xfrm>
              <a:off x="8283617" y="3878151"/>
              <a:ext cx="492664" cy="493946"/>
            </a:xfrm>
            <a:custGeom>
              <a:avLst/>
              <a:gdLst>
                <a:gd name="T0" fmla="*/ 268 w 325"/>
                <a:gd name="T1" fmla="*/ 55 h 326"/>
                <a:gd name="T2" fmla="*/ 82 w 325"/>
                <a:gd name="T3" fmla="*/ 47 h 326"/>
                <a:gd name="T4" fmla="*/ 55 w 325"/>
                <a:gd name="T5" fmla="*/ 58 h 326"/>
                <a:gd name="T6" fmla="*/ 73 w 325"/>
                <a:gd name="T7" fmla="*/ 50 h 326"/>
                <a:gd name="T8" fmla="*/ 88 w 325"/>
                <a:gd name="T9" fmla="*/ 37 h 326"/>
                <a:gd name="T10" fmla="*/ 78 w 325"/>
                <a:gd name="T11" fmla="*/ 288 h 326"/>
                <a:gd name="T12" fmla="*/ 66 w 325"/>
                <a:gd name="T13" fmla="*/ 272 h 326"/>
                <a:gd name="T14" fmla="*/ 20 w 325"/>
                <a:gd name="T15" fmla="*/ 136 h 326"/>
                <a:gd name="T16" fmla="*/ 44 w 325"/>
                <a:gd name="T17" fmla="*/ 178 h 326"/>
                <a:gd name="T18" fmla="*/ 69 w 325"/>
                <a:gd name="T19" fmla="*/ 220 h 326"/>
                <a:gd name="T20" fmla="*/ 97 w 325"/>
                <a:gd name="T21" fmla="*/ 269 h 326"/>
                <a:gd name="T22" fmla="*/ 115 w 325"/>
                <a:gd name="T23" fmla="*/ 302 h 326"/>
                <a:gd name="T24" fmla="*/ 115 w 325"/>
                <a:gd name="T25" fmla="*/ 284 h 326"/>
                <a:gd name="T26" fmla="*/ 123 w 325"/>
                <a:gd name="T27" fmla="*/ 243 h 326"/>
                <a:gd name="T28" fmla="*/ 127 w 325"/>
                <a:gd name="T29" fmla="*/ 209 h 326"/>
                <a:gd name="T30" fmla="*/ 106 w 325"/>
                <a:gd name="T31" fmla="*/ 191 h 326"/>
                <a:gd name="T32" fmla="*/ 66 w 325"/>
                <a:gd name="T33" fmla="*/ 177 h 326"/>
                <a:gd name="T34" fmla="*/ 48 w 325"/>
                <a:gd name="T35" fmla="*/ 173 h 326"/>
                <a:gd name="T36" fmla="*/ 49 w 325"/>
                <a:gd name="T37" fmla="*/ 147 h 326"/>
                <a:gd name="T38" fmla="*/ 67 w 325"/>
                <a:gd name="T39" fmla="*/ 146 h 326"/>
                <a:gd name="T40" fmla="*/ 98 w 325"/>
                <a:gd name="T41" fmla="*/ 127 h 326"/>
                <a:gd name="T42" fmla="*/ 108 w 325"/>
                <a:gd name="T43" fmla="*/ 105 h 326"/>
                <a:gd name="T44" fmla="*/ 92 w 325"/>
                <a:gd name="T45" fmla="*/ 88 h 326"/>
                <a:gd name="T46" fmla="*/ 72 w 325"/>
                <a:gd name="T47" fmla="*/ 87 h 326"/>
                <a:gd name="T48" fmla="*/ 106 w 325"/>
                <a:gd name="T49" fmla="*/ 70 h 326"/>
                <a:gd name="T50" fmla="*/ 114 w 325"/>
                <a:gd name="T51" fmla="*/ 80 h 326"/>
                <a:gd name="T52" fmla="*/ 97 w 325"/>
                <a:gd name="T53" fmla="*/ 51 h 326"/>
                <a:gd name="T54" fmla="*/ 91 w 325"/>
                <a:gd name="T55" fmla="*/ 52 h 326"/>
                <a:gd name="T56" fmla="*/ 126 w 325"/>
                <a:gd name="T57" fmla="*/ 27 h 326"/>
                <a:gd name="T58" fmla="*/ 111 w 325"/>
                <a:gd name="T59" fmla="*/ 21 h 326"/>
                <a:gd name="T60" fmla="*/ 261 w 325"/>
                <a:gd name="T61" fmla="*/ 51 h 326"/>
                <a:gd name="T62" fmla="*/ 240 w 325"/>
                <a:gd name="T63" fmla="*/ 60 h 326"/>
                <a:gd name="T64" fmla="*/ 227 w 325"/>
                <a:gd name="T65" fmla="*/ 58 h 326"/>
                <a:gd name="T66" fmla="*/ 193 w 325"/>
                <a:gd name="T67" fmla="*/ 58 h 326"/>
                <a:gd name="T68" fmla="*/ 196 w 325"/>
                <a:gd name="T69" fmla="*/ 88 h 326"/>
                <a:gd name="T70" fmla="*/ 211 w 325"/>
                <a:gd name="T71" fmla="*/ 77 h 326"/>
                <a:gd name="T72" fmla="*/ 200 w 325"/>
                <a:gd name="T73" fmla="*/ 92 h 326"/>
                <a:gd name="T74" fmla="*/ 170 w 325"/>
                <a:gd name="T75" fmla="*/ 112 h 326"/>
                <a:gd name="T76" fmla="*/ 173 w 325"/>
                <a:gd name="T77" fmla="*/ 125 h 326"/>
                <a:gd name="T78" fmla="*/ 197 w 325"/>
                <a:gd name="T79" fmla="*/ 126 h 326"/>
                <a:gd name="T80" fmla="*/ 209 w 325"/>
                <a:gd name="T81" fmla="*/ 124 h 326"/>
                <a:gd name="T82" fmla="*/ 211 w 325"/>
                <a:gd name="T83" fmla="*/ 143 h 326"/>
                <a:gd name="T84" fmla="*/ 171 w 325"/>
                <a:gd name="T85" fmla="*/ 134 h 326"/>
                <a:gd name="T86" fmla="*/ 147 w 325"/>
                <a:gd name="T87" fmla="*/ 166 h 326"/>
                <a:gd name="T88" fmla="*/ 174 w 325"/>
                <a:gd name="T89" fmla="*/ 193 h 326"/>
                <a:gd name="T90" fmla="*/ 191 w 325"/>
                <a:gd name="T91" fmla="*/ 243 h 326"/>
                <a:gd name="T92" fmla="*/ 218 w 325"/>
                <a:gd name="T93" fmla="*/ 257 h 326"/>
                <a:gd name="T94" fmla="*/ 232 w 325"/>
                <a:gd name="T95" fmla="*/ 208 h 326"/>
                <a:gd name="T96" fmla="*/ 243 w 325"/>
                <a:gd name="T97" fmla="*/ 182 h 326"/>
                <a:gd name="T98" fmla="*/ 255 w 325"/>
                <a:gd name="T99" fmla="*/ 157 h 326"/>
                <a:gd name="T100" fmla="*/ 262 w 325"/>
                <a:gd name="T101" fmla="*/ 155 h 326"/>
                <a:gd name="T102" fmla="*/ 275 w 325"/>
                <a:gd name="T103" fmla="*/ 187 h 326"/>
                <a:gd name="T104" fmla="*/ 300 w 325"/>
                <a:gd name="T105" fmla="*/ 175 h 326"/>
                <a:gd name="T106" fmla="*/ 305 w 325"/>
                <a:gd name="T107" fmla="*/ 193 h 326"/>
                <a:gd name="T108" fmla="*/ 300 w 325"/>
                <a:gd name="T109" fmla="*/ 204 h 326"/>
                <a:gd name="T110" fmla="*/ 301 w 325"/>
                <a:gd name="T111" fmla="*/ 215 h 326"/>
                <a:gd name="T112" fmla="*/ 269 w 325"/>
                <a:gd name="T113" fmla="*/ 254 h 326"/>
                <a:gd name="T114" fmla="*/ 232 w 325"/>
                <a:gd name="T115" fmla="*/ 284 h 326"/>
                <a:gd name="T116" fmla="*/ 222 w 325"/>
                <a:gd name="T117" fmla="*/ 149 h 326"/>
                <a:gd name="T118" fmla="*/ 227 w 325"/>
                <a:gd name="T119" fmla="*/ 166 h 326"/>
                <a:gd name="T120" fmla="*/ 220 w 325"/>
                <a:gd name="T121" fmla="*/ 122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25" h="326">
                  <a:moveTo>
                    <a:pt x="162" y="0"/>
                  </a:moveTo>
                  <a:cubicBezTo>
                    <a:pt x="73" y="0"/>
                    <a:pt x="0" y="73"/>
                    <a:pt x="0" y="163"/>
                  </a:cubicBezTo>
                  <a:cubicBezTo>
                    <a:pt x="0" y="253"/>
                    <a:pt x="73" y="326"/>
                    <a:pt x="162" y="326"/>
                  </a:cubicBezTo>
                  <a:cubicBezTo>
                    <a:pt x="252" y="326"/>
                    <a:pt x="325" y="253"/>
                    <a:pt x="325" y="163"/>
                  </a:cubicBezTo>
                  <a:cubicBezTo>
                    <a:pt x="325" y="73"/>
                    <a:pt x="252" y="0"/>
                    <a:pt x="162" y="0"/>
                  </a:cubicBezTo>
                  <a:close/>
                  <a:moveTo>
                    <a:pt x="312" y="174"/>
                  </a:moveTo>
                  <a:cubicBezTo>
                    <a:pt x="312" y="174"/>
                    <a:pt x="312" y="173"/>
                    <a:pt x="312" y="173"/>
                  </a:cubicBezTo>
                  <a:cubicBezTo>
                    <a:pt x="312" y="173"/>
                    <a:pt x="311" y="172"/>
                    <a:pt x="311" y="172"/>
                  </a:cubicBezTo>
                  <a:cubicBezTo>
                    <a:pt x="310" y="170"/>
                    <a:pt x="312" y="169"/>
                    <a:pt x="313" y="168"/>
                  </a:cubicBezTo>
                  <a:cubicBezTo>
                    <a:pt x="313" y="168"/>
                    <a:pt x="313" y="167"/>
                    <a:pt x="313" y="167"/>
                  </a:cubicBezTo>
                  <a:cubicBezTo>
                    <a:pt x="313" y="167"/>
                    <a:pt x="313" y="167"/>
                    <a:pt x="314" y="167"/>
                  </a:cubicBezTo>
                  <a:cubicBezTo>
                    <a:pt x="313" y="170"/>
                    <a:pt x="313" y="172"/>
                    <a:pt x="313" y="175"/>
                  </a:cubicBezTo>
                  <a:cubicBezTo>
                    <a:pt x="313" y="174"/>
                    <a:pt x="312" y="174"/>
                    <a:pt x="312" y="174"/>
                  </a:cubicBezTo>
                  <a:close/>
                  <a:moveTo>
                    <a:pt x="269" y="55"/>
                  </a:moveTo>
                  <a:cubicBezTo>
                    <a:pt x="268" y="55"/>
                    <a:pt x="268" y="55"/>
                    <a:pt x="268" y="55"/>
                  </a:cubicBezTo>
                  <a:cubicBezTo>
                    <a:pt x="268" y="55"/>
                    <a:pt x="269" y="55"/>
                    <a:pt x="269" y="55"/>
                  </a:cubicBezTo>
                  <a:close/>
                  <a:moveTo>
                    <a:pt x="91" y="35"/>
                  </a:moveTo>
                  <a:cubicBezTo>
                    <a:pt x="91" y="36"/>
                    <a:pt x="92" y="36"/>
                    <a:pt x="92" y="37"/>
                  </a:cubicBezTo>
                  <a:cubicBezTo>
                    <a:pt x="91" y="38"/>
                    <a:pt x="91" y="38"/>
                    <a:pt x="91" y="39"/>
                  </a:cubicBezTo>
                  <a:cubicBezTo>
                    <a:pt x="92" y="40"/>
                    <a:pt x="95" y="39"/>
                    <a:pt x="95" y="41"/>
                  </a:cubicBezTo>
                  <a:cubicBezTo>
                    <a:pt x="95" y="42"/>
                    <a:pt x="94" y="44"/>
                    <a:pt x="93" y="45"/>
                  </a:cubicBezTo>
                  <a:cubicBezTo>
                    <a:pt x="93" y="45"/>
                    <a:pt x="93" y="49"/>
                    <a:pt x="92" y="50"/>
                  </a:cubicBezTo>
                  <a:cubicBezTo>
                    <a:pt x="92" y="50"/>
                    <a:pt x="92" y="50"/>
                    <a:pt x="91" y="50"/>
                  </a:cubicBezTo>
                  <a:cubicBezTo>
                    <a:pt x="92" y="49"/>
                    <a:pt x="92" y="49"/>
                    <a:pt x="92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1" y="47"/>
                    <a:pt x="91" y="46"/>
                  </a:cubicBezTo>
                  <a:cubicBezTo>
                    <a:pt x="91" y="46"/>
                    <a:pt x="91" y="45"/>
                    <a:pt x="91" y="45"/>
                  </a:cubicBezTo>
                  <a:cubicBezTo>
                    <a:pt x="90" y="45"/>
                    <a:pt x="89" y="45"/>
                    <a:pt x="88" y="45"/>
                  </a:cubicBezTo>
                  <a:cubicBezTo>
                    <a:pt x="87" y="47"/>
                    <a:pt x="89" y="47"/>
                    <a:pt x="88" y="48"/>
                  </a:cubicBezTo>
                  <a:cubicBezTo>
                    <a:pt x="85" y="50"/>
                    <a:pt x="85" y="47"/>
                    <a:pt x="82" y="47"/>
                  </a:cubicBezTo>
                  <a:cubicBezTo>
                    <a:pt x="81" y="47"/>
                    <a:pt x="81" y="48"/>
                    <a:pt x="80" y="47"/>
                  </a:cubicBezTo>
                  <a:cubicBezTo>
                    <a:pt x="79" y="48"/>
                    <a:pt x="77" y="49"/>
                    <a:pt x="77" y="51"/>
                  </a:cubicBezTo>
                  <a:cubicBezTo>
                    <a:pt x="76" y="52"/>
                    <a:pt x="77" y="52"/>
                    <a:pt x="78" y="53"/>
                  </a:cubicBezTo>
                  <a:cubicBezTo>
                    <a:pt x="78" y="53"/>
                    <a:pt x="79" y="54"/>
                    <a:pt x="79" y="55"/>
                  </a:cubicBezTo>
                  <a:cubicBezTo>
                    <a:pt x="80" y="55"/>
                    <a:pt x="81" y="55"/>
                    <a:pt x="81" y="55"/>
                  </a:cubicBezTo>
                  <a:cubicBezTo>
                    <a:pt x="81" y="56"/>
                    <a:pt x="81" y="57"/>
                    <a:pt x="81" y="58"/>
                  </a:cubicBezTo>
                  <a:cubicBezTo>
                    <a:pt x="81" y="59"/>
                    <a:pt x="83" y="59"/>
                    <a:pt x="82" y="61"/>
                  </a:cubicBezTo>
                  <a:cubicBezTo>
                    <a:pt x="81" y="62"/>
                    <a:pt x="79" y="63"/>
                    <a:pt x="77" y="64"/>
                  </a:cubicBezTo>
                  <a:cubicBezTo>
                    <a:pt x="76" y="64"/>
                    <a:pt x="74" y="63"/>
                    <a:pt x="72" y="62"/>
                  </a:cubicBezTo>
                  <a:cubicBezTo>
                    <a:pt x="70" y="62"/>
                    <a:pt x="69" y="63"/>
                    <a:pt x="68" y="62"/>
                  </a:cubicBezTo>
                  <a:cubicBezTo>
                    <a:pt x="67" y="62"/>
                    <a:pt x="67" y="60"/>
                    <a:pt x="66" y="60"/>
                  </a:cubicBezTo>
                  <a:cubicBezTo>
                    <a:pt x="65" y="61"/>
                    <a:pt x="63" y="62"/>
                    <a:pt x="62" y="62"/>
                  </a:cubicBezTo>
                  <a:cubicBezTo>
                    <a:pt x="61" y="62"/>
                    <a:pt x="60" y="61"/>
                    <a:pt x="59" y="61"/>
                  </a:cubicBezTo>
                  <a:cubicBezTo>
                    <a:pt x="58" y="61"/>
                    <a:pt x="56" y="61"/>
                    <a:pt x="55" y="60"/>
                  </a:cubicBezTo>
                  <a:cubicBezTo>
                    <a:pt x="55" y="60"/>
                    <a:pt x="56" y="59"/>
                    <a:pt x="55" y="58"/>
                  </a:cubicBezTo>
                  <a:cubicBezTo>
                    <a:pt x="55" y="58"/>
                    <a:pt x="54" y="58"/>
                    <a:pt x="54" y="58"/>
                  </a:cubicBezTo>
                  <a:cubicBezTo>
                    <a:pt x="54" y="58"/>
                    <a:pt x="54" y="58"/>
                    <a:pt x="54" y="58"/>
                  </a:cubicBezTo>
                  <a:cubicBezTo>
                    <a:pt x="54" y="57"/>
                    <a:pt x="55" y="56"/>
                    <a:pt x="56" y="56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57" y="56"/>
                    <a:pt x="56" y="57"/>
                    <a:pt x="57" y="57"/>
                  </a:cubicBezTo>
                  <a:cubicBezTo>
                    <a:pt x="57" y="58"/>
                    <a:pt x="60" y="59"/>
                    <a:pt x="62" y="59"/>
                  </a:cubicBezTo>
                  <a:cubicBezTo>
                    <a:pt x="63" y="59"/>
                    <a:pt x="64" y="58"/>
                    <a:pt x="65" y="58"/>
                  </a:cubicBezTo>
                  <a:cubicBezTo>
                    <a:pt x="66" y="58"/>
                    <a:pt x="67" y="57"/>
                    <a:pt x="67" y="58"/>
                  </a:cubicBezTo>
                  <a:cubicBezTo>
                    <a:pt x="68" y="58"/>
                    <a:pt x="68" y="59"/>
                    <a:pt x="70" y="60"/>
                  </a:cubicBezTo>
                  <a:cubicBezTo>
                    <a:pt x="71" y="60"/>
                    <a:pt x="72" y="59"/>
                    <a:pt x="73" y="59"/>
                  </a:cubicBezTo>
                  <a:cubicBezTo>
                    <a:pt x="74" y="59"/>
                    <a:pt x="74" y="58"/>
                    <a:pt x="75" y="58"/>
                  </a:cubicBezTo>
                  <a:cubicBezTo>
                    <a:pt x="76" y="56"/>
                    <a:pt x="73" y="55"/>
                    <a:pt x="73" y="53"/>
                  </a:cubicBezTo>
                  <a:cubicBezTo>
                    <a:pt x="72" y="53"/>
                    <a:pt x="72" y="53"/>
                    <a:pt x="72" y="52"/>
                  </a:cubicBezTo>
                  <a:cubicBezTo>
                    <a:pt x="72" y="52"/>
                    <a:pt x="72" y="52"/>
                    <a:pt x="72" y="52"/>
                  </a:cubicBezTo>
                  <a:cubicBezTo>
                    <a:pt x="72" y="51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49"/>
                    <a:pt x="73" y="48"/>
                    <a:pt x="73" y="48"/>
                  </a:cubicBezTo>
                  <a:cubicBezTo>
                    <a:pt x="71" y="48"/>
                    <a:pt x="70" y="47"/>
                    <a:pt x="69" y="47"/>
                  </a:cubicBezTo>
                  <a:cubicBezTo>
                    <a:pt x="68" y="47"/>
                    <a:pt x="67" y="47"/>
                    <a:pt x="66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7" y="45"/>
                    <a:pt x="68" y="44"/>
                    <a:pt x="70" y="43"/>
                  </a:cubicBezTo>
                  <a:cubicBezTo>
                    <a:pt x="70" y="43"/>
                    <a:pt x="70" y="43"/>
                    <a:pt x="70" y="43"/>
                  </a:cubicBezTo>
                  <a:cubicBezTo>
                    <a:pt x="73" y="43"/>
                    <a:pt x="75" y="44"/>
                    <a:pt x="77" y="42"/>
                  </a:cubicBezTo>
                  <a:cubicBezTo>
                    <a:pt x="79" y="40"/>
                    <a:pt x="76" y="40"/>
                    <a:pt x="76" y="39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7" y="38"/>
                    <a:pt x="79" y="36"/>
                    <a:pt x="81" y="35"/>
                  </a:cubicBezTo>
                  <a:cubicBezTo>
                    <a:pt x="81" y="35"/>
                    <a:pt x="81" y="35"/>
                    <a:pt x="81" y="35"/>
                  </a:cubicBezTo>
                  <a:cubicBezTo>
                    <a:pt x="83" y="36"/>
                    <a:pt x="83" y="35"/>
                    <a:pt x="84" y="36"/>
                  </a:cubicBezTo>
                  <a:cubicBezTo>
                    <a:pt x="85" y="36"/>
                    <a:pt x="85" y="38"/>
                    <a:pt x="86" y="38"/>
                  </a:cubicBezTo>
                  <a:cubicBezTo>
                    <a:pt x="86" y="38"/>
                    <a:pt x="87" y="39"/>
                    <a:pt x="88" y="37"/>
                  </a:cubicBezTo>
                  <a:cubicBezTo>
                    <a:pt x="89" y="36"/>
                    <a:pt x="88" y="35"/>
                    <a:pt x="87" y="34"/>
                  </a:cubicBezTo>
                  <a:cubicBezTo>
                    <a:pt x="87" y="33"/>
                    <a:pt x="87" y="33"/>
                    <a:pt x="86" y="33"/>
                  </a:cubicBezTo>
                  <a:cubicBezTo>
                    <a:pt x="86" y="33"/>
                    <a:pt x="86" y="33"/>
                    <a:pt x="85" y="33"/>
                  </a:cubicBezTo>
                  <a:cubicBezTo>
                    <a:pt x="89" y="31"/>
                    <a:pt x="92" y="29"/>
                    <a:pt x="96" y="27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6" y="28"/>
                    <a:pt x="96" y="29"/>
                    <a:pt x="95" y="31"/>
                  </a:cubicBezTo>
                  <a:cubicBezTo>
                    <a:pt x="95" y="31"/>
                    <a:pt x="96" y="32"/>
                    <a:pt x="95" y="33"/>
                  </a:cubicBezTo>
                  <a:cubicBezTo>
                    <a:pt x="94" y="33"/>
                    <a:pt x="92" y="32"/>
                    <a:pt x="91" y="33"/>
                  </a:cubicBezTo>
                  <a:cubicBezTo>
                    <a:pt x="90" y="34"/>
                    <a:pt x="91" y="34"/>
                    <a:pt x="91" y="35"/>
                  </a:cubicBezTo>
                  <a:close/>
                  <a:moveTo>
                    <a:pt x="71" y="283"/>
                  </a:moveTo>
                  <a:cubicBezTo>
                    <a:pt x="72" y="283"/>
                    <a:pt x="72" y="283"/>
                    <a:pt x="72" y="284"/>
                  </a:cubicBezTo>
                  <a:cubicBezTo>
                    <a:pt x="73" y="284"/>
                    <a:pt x="73" y="284"/>
                    <a:pt x="73" y="285"/>
                  </a:cubicBezTo>
                  <a:cubicBezTo>
                    <a:pt x="73" y="284"/>
                    <a:pt x="72" y="284"/>
                    <a:pt x="71" y="283"/>
                  </a:cubicBezTo>
                  <a:close/>
                  <a:moveTo>
                    <a:pt x="77" y="287"/>
                  </a:moveTo>
                  <a:cubicBezTo>
                    <a:pt x="77" y="287"/>
                    <a:pt x="78" y="288"/>
                    <a:pt x="78" y="288"/>
                  </a:cubicBezTo>
                  <a:cubicBezTo>
                    <a:pt x="79" y="288"/>
                    <a:pt x="79" y="289"/>
                    <a:pt x="80" y="289"/>
                  </a:cubicBezTo>
                  <a:cubicBezTo>
                    <a:pt x="79" y="289"/>
                    <a:pt x="78" y="288"/>
                    <a:pt x="77" y="287"/>
                  </a:cubicBezTo>
                  <a:close/>
                  <a:moveTo>
                    <a:pt x="86" y="293"/>
                  </a:moveTo>
                  <a:cubicBezTo>
                    <a:pt x="86" y="293"/>
                    <a:pt x="86" y="292"/>
                    <a:pt x="86" y="292"/>
                  </a:cubicBezTo>
                  <a:cubicBezTo>
                    <a:pt x="86" y="292"/>
                    <a:pt x="86" y="291"/>
                    <a:pt x="86" y="291"/>
                  </a:cubicBezTo>
                  <a:cubicBezTo>
                    <a:pt x="85" y="289"/>
                    <a:pt x="81" y="287"/>
                    <a:pt x="80" y="286"/>
                  </a:cubicBezTo>
                  <a:cubicBezTo>
                    <a:pt x="77" y="284"/>
                    <a:pt x="75" y="283"/>
                    <a:pt x="74" y="282"/>
                  </a:cubicBezTo>
                  <a:cubicBezTo>
                    <a:pt x="73" y="282"/>
                    <a:pt x="73" y="282"/>
                    <a:pt x="72" y="282"/>
                  </a:cubicBezTo>
                  <a:cubicBezTo>
                    <a:pt x="71" y="281"/>
                    <a:pt x="71" y="281"/>
                    <a:pt x="70" y="281"/>
                  </a:cubicBezTo>
                  <a:cubicBezTo>
                    <a:pt x="70" y="280"/>
                    <a:pt x="71" y="280"/>
                    <a:pt x="70" y="279"/>
                  </a:cubicBezTo>
                  <a:cubicBezTo>
                    <a:pt x="70" y="278"/>
                    <a:pt x="69" y="278"/>
                    <a:pt x="68" y="277"/>
                  </a:cubicBezTo>
                  <a:cubicBezTo>
                    <a:pt x="68" y="277"/>
                    <a:pt x="68" y="276"/>
                    <a:pt x="68" y="276"/>
                  </a:cubicBezTo>
                  <a:cubicBezTo>
                    <a:pt x="67" y="275"/>
                    <a:pt x="67" y="274"/>
                    <a:pt x="67" y="273"/>
                  </a:cubicBezTo>
                  <a:cubicBezTo>
                    <a:pt x="67" y="272"/>
                    <a:pt x="68" y="272"/>
                    <a:pt x="67" y="272"/>
                  </a:cubicBezTo>
                  <a:cubicBezTo>
                    <a:pt x="66" y="271"/>
                    <a:pt x="66" y="272"/>
                    <a:pt x="66" y="272"/>
                  </a:cubicBezTo>
                  <a:cubicBezTo>
                    <a:pt x="66" y="272"/>
                    <a:pt x="65" y="272"/>
                    <a:pt x="65" y="273"/>
                  </a:cubicBezTo>
                  <a:cubicBezTo>
                    <a:pt x="65" y="273"/>
                    <a:pt x="65" y="273"/>
                    <a:pt x="65" y="274"/>
                  </a:cubicBezTo>
                  <a:cubicBezTo>
                    <a:pt x="65" y="275"/>
                    <a:pt x="66" y="276"/>
                    <a:pt x="66" y="277"/>
                  </a:cubicBezTo>
                  <a:cubicBezTo>
                    <a:pt x="66" y="277"/>
                    <a:pt x="65" y="277"/>
                    <a:pt x="64" y="277"/>
                  </a:cubicBezTo>
                  <a:cubicBezTo>
                    <a:pt x="32" y="250"/>
                    <a:pt x="12" y="209"/>
                    <a:pt x="11" y="164"/>
                  </a:cubicBezTo>
                  <a:cubicBezTo>
                    <a:pt x="12" y="163"/>
                    <a:pt x="14" y="162"/>
                    <a:pt x="14" y="161"/>
                  </a:cubicBezTo>
                  <a:cubicBezTo>
                    <a:pt x="14" y="160"/>
                    <a:pt x="14" y="160"/>
                    <a:pt x="14" y="159"/>
                  </a:cubicBezTo>
                  <a:cubicBezTo>
                    <a:pt x="14" y="157"/>
                    <a:pt x="12" y="157"/>
                    <a:pt x="11" y="155"/>
                  </a:cubicBezTo>
                  <a:cubicBezTo>
                    <a:pt x="12" y="144"/>
                    <a:pt x="14" y="133"/>
                    <a:pt x="17" y="123"/>
                  </a:cubicBezTo>
                  <a:cubicBezTo>
                    <a:pt x="17" y="124"/>
                    <a:pt x="17" y="124"/>
                    <a:pt x="17" y="125"/>
                  </a:cubicBezTo>
                  <a:cubicBezTo>
                    <a:pt x="17" y="126"/>
                    <a:pt x="17" y="127"/>
                    <a:pt x="17" y="128"/>
                  </a:cubicBezTo>
                  <a:cubicBezTo>
                    <a:pt x="18" y="129"/>
                    <a:pt x="19" y="130"/>
                    <a:pt x="19" y="132"/>
                  </a:cubicBezTo>
                  <a:cubicBezTo>
                    <a:pt x="19" y="132"/>
                    <a:pt x="20" y="132"/>
                    <a:pt x="20" y="133"/>
                  </a:cubicBezTo>
                  <a:cubicBezTo>
                    <a:pt x="20" y="133"/>
                    <a:pt x="19" y="134"/>
                    <a:pt x="19" y="134"/>
                  </a:cubicBezTo>
                  <a:cubicBezTo>
                    <a:pt x="19" y="135"/>
                    <a:pt x="20" y="135"/>
                    <a:pt x="20" y="136"/>
                  </a:cubicBezTo>
                  <a:cubicBezTo>
                    <a:pt x="20" y="136"/>
                    <a:pt x="21" y="136"/>
                    <a:pt x="21" y="137"/>
                  </a:cubicBezTo>
                  <a:cubicBezTo>
                    <a:pt x="21" y="138"/>
                    <a:pt x="22" y="138"/>
                    <a:pt x="23" y="139"/>
                  </a:cubicBezTo>
                  <a:cubicBezTo>
                    <a:pt x="23" y="140"/>
                    <a:pt x="23" y="141"/>
                    <a:pt x="24" y="141"/>
                  </a:cubicBezTo>
                  <a:cubicBezTo>
                    <a:pt x="24" y="141"/>
                    <a:pt x="24" y="140"/>
                    <a:pt x="24" y="140"/>
                  </a:cubicBezTo>
                  <a:cubicBezTo>
                    <a:pt x="25" y="142"/>
                    <a:pt x="25" y="145"/>
                    <a:pt x="26" y="149"/>
                  </a:cubicBezTo>
                  <a:cubicBezTo>
                    <a:pt x="27" y="151"/>
                    <a:pt x="28" y="153"/>
                    <a:pt x="28" y="155"/>
                  </a:cubicBezTo>
                  <a:cubicBezTo>
                    <a:pt x="28" y="156"/>
                    <a:pt x="29" y="156"/>
                    <a:pt x="29" y="157"/>
                  </a:cubicBezTo>
                  <a:cubicBezTo>
                    <a:pt x="29" y="158"/>
                    <a:pt x="28" y="159"/>
                    <a:pt x="28" y="160"/>
                  </a:cubicBezTo>
                  <a:cubicBezTo>
                    <a:pt x="27" y="162"/>
                    <a:pt x="31" y="166"/>
                    <a:pt x="31" y="167"/>
                  </a:cubicBezTo>
                  <a:cubicBezTo>
                    <a:pt x="32" y="167"/>
                    <a:pt x="33" y="168"/>
                    <a:pt x="33" y="168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5" y="170"/>
                    <a:pt x="36" y="171"/>
                    <a:pt x="37" y="172"/>
                  </a:cubicBezTo>
                  <a:cubicBezTo>
                    <a:pt x="38" y="172"/>
                    <a:pt x="40" y="172"/>
                    <a:pt x="41" y="173"/>
                  </a:cubicBezTo>
                  <a:cubicBezTo>
                    <a:pt x="42" y="173"/>
                    <a:pt x="42" y="175"/>
                    <a:pt x="42" y="175"/>
                  </a:cubicBezTo>
                  <a:cubicBezTo>
                    <a:pt x="43" y="176"/>
                    <a:pt x="44" y="177"/>
                    <a:pt x="44" y="178"/>
                  </a:cubicBezTo>
                  <a:cubicBezTo>
                    <a:pt x="45" y="178"/>
                    <a:pt x="46" y="179"/>
                    <a:pt x="47" y="180"/>
                  </a:cubicBezTo>
                  <a:cubicBezTo>
                    <a:pt x="48" y="181"/>
                    <a:pt x="48" y="181"/>
                    <a:pt x="48" y="182"/>
                  </a:cubicBezTo>
                  <a:cubicBezTo>
                    <a:pt x="48" y="183"/>
                    <a:pt x="49" y="184"/>
                    <a:pt x="49" y="184"/>
                  </a:cubicBezTo>
                  <a:cubicBezTo>
                    <a:pt x="49" y="185"/>
                    <a:pt x="48" y="186"/>
                    <a:pt x="48" y="186"/>
                  </a:cubicBezTo>
                  <a:cubicBezTo>
                    <a:pt x="49" y="187"/>
                    <a:pt x="49" y="188"/>
                    <a:pt x="50" y="189"/>
                  </a:cubicBezTo>
                  <a:cubicBezTo>
                    <a:pt x="50" y="189"/>
                    <a:pt x="50" y="189"/>
                    <a:pt x="50" y="190"/>
                  </a:cubicBezTo>
                  <a:cubicBezTo>
                    <a:pt x="51" y="190"/>
                    <a:pt x="51" y="191"/>
                    <a:pt x="52" y="192"/>
                  </a:cubicBezTo>
                  <a:cubicBezTo>
                    <a:pt x="52" y="192"/>
                    <a:pt x="53" y="193"/>
                    <a:pt x="53" y="194"/>
                  </a:cubicBezTo>
                  <a:cubicBezTo>
                    <a:pt x="54" y="193"/>
                    <a:pt x="54" y="192"/>
                    <a:pt x="56" y="192"/>
                  </a:cubicBezTo>
                  <a:cubicBezTo>
                    <a:pt x="56" y="193"/>
                    <a:pt x="58" y="195"/>
                    <a:pt x="59" y="196"/>
                  </a:cubicBezTo>
                  <a:cubicBezTo>
                    <a:pt x="59" y="196"/>
                    <a:pt x="59" y="196"/>
                    <a:pt x="60" y="197"/>
                  </a:cubicBezTo>
                  <a:cubicBezTo>
                    <a:pt x="59" y="201"/>
                    <a:pt x="57" y="205"/>
                    <a:pt x="60" y="210"/>
                  </a:cubicBezTo>
                  <a:cubicBezTo>
                    <a:pt x="60" y="211"/>
                    <a:pt x="60" y="212"/>
                    <a:pt x="60" y="214"/>
                  </a:cubicBezTo>
                  <a:cubicBezTo>
                    <a:pt x="61" y="215"/>
                    <a:pt x="63" y="216"/>
                    <a:pt x="64" y="217"/>
                  </a:cubicBezTo>
                  <a:cubicBezTo>
                    <a:pt x="66" y="218"/>
                    <a:pt x="68" y="219"/>
                    <a:pt x="69" y="220"/>
                  </a:cubicBezTo>
                  <a:cubicBezTo>
                    <a:pt x="70" y="221"/>
                    <a:pt x="70" y="223"/>
                    <a:pt x="70" y="223"/>
                  </a:cubicBezTo>
                  <a:cubicBezTo>
                    <a:pt x="71" y="224"/>
                    <a:pt x="71" y="224"/>
                    <a:pt x="72" y="225"/>
                  </a:cubicBezTo>
                  <a:cubicBezTo>
                    <a:pt x="73" y="225"/>
                    <a:pt x="73" y="226"/>
                    <a:pt x="74" y="226"/>
                  </a:cubicBezTo>
                  <a:cubicBezTo>
                    <a:pt x="74" y="227"/>
                    <a:pt x="74" y="228"/>
                    <a:pt x="75" y="229"/>
                  </a:cubicBezTo>
                  <a:cubicBezTo>
                    <a:pt x="78" y="230"/>
                    <a:pt x="82" y="230"/>
                    <a:pt x="84" y="232"/>
                  </a:cubicBezTo>
                  <a:cubicBezTo>
                    <a:pt x="86" y="233"/>
                    <a:pt x="86" y="234"/>
                    <a:pt x="87" y="236"/>
                  </a:cubicBezTo>
                  <a:cubicBezTo>
                    <a:pt x="87" y="237"/>
                    <a:pt x="88" y="238"/>
                    <a:pt x="88" y="239"/>
                  </a:cubicBezTo>
                  <a:cubicBezTo>
                    <a:pt x="89" y="243"/>
                    <a:pt x="90" y="247"/>
                    <a:pt x="91" y="250"/>
                  </a:cubicBezTo>
                  <a:cubicBezTo>
                    <a:pt x="92" y="251"/>
                    <a:pt x="92" y="253"/>
                    <a:pt x="93" y="254"/>
                  </a:cubicBezTo>
                  <a:cubicBezTo>
                    <a:pt x="93" y="254"/>
                    <a:pt x="93" y="255"/>
                    <a:pt x="93" y="256"/>
                  </a:cubicBezTo>
                  <a:cubicBezTo>
                    <a:pt x="94" y="257"/>
                    <a:pt x="95" y="258"/>
                    <a:pt x="95" y="259"/>
                  </a:cubicBezTo>
                  <a:cubicBezTo>
                    <a:pt x="96" y="260"/>
                    <a:pt x="96" y="261"/>
                    <a:pt x="96" y="261"/>
                  </a:cubicBezTo>
                  <a:cubicBezTo>
                    <a:pt x="96" y="262"/>
                    <a:pt x="96" y="263"/>
                    <a:pt x="96" y="263"/>
                  </a:cubicBezTo>
                  <a:cubicBezTo>
                    <a:pt x="96" y="264"/>
                    <a:pt x="96" y="266"/>
                    <a:pt x="96" y="267"/>
                  </a:cubicBezTo>
                  <a:cubicBezTo>
                    <a:pt x="97" y="267"/>
                    <a:pt x="97" y="268"/>
                    <a:pt x="97" y="269"/>
                  </a:cubicBezTo>
                  <a:cubicBezTo>
                    <a:pt x="98" y="270"/>
                    <a:pt x="98" y="270"/>
                    <a:pt x="98" y="271"/>
                  </a:cubicBezTo>
                  <a:cubicBezTo>
                    <a:pt x="99" y="272"/>
                    <a:pt x="100" y="273"/>
                    <a:pt x="100" y="273"/>
                  </a:cubicBezTo>
                  <a:cubicBezTo>
                    <a:pt x="100" y="274"/>
                    <a:pt x="100" y="275"/>
                    <a:pt x="100" y="275"/>
                  </a:cubicBezTo>
                  <a:cubicBezTo>
                    <a:pt x="100" y="276"/>
                    <a:pt x="101" y="276"/>
                    <a:pt x="101" y="277"/>
                  </a:cubicBezTo>
                  <a:cubicBezTo>
                    <a:pt x="101" y="278"/>
                    <a:pt x="101" y="279"/>
                    <a:pt x="101" y="280"/>
                  </a:cubicBezTo>
                  <a:cubicBezTo>
                    <a:pt x="102" y="281"/>
                    <a:pt x="102" y="282"/>
                    <a:pt x="102" y="282"/>
                  </a:cubicBezTo>
                  <a:cubicBezTo>
                    <a:pt x="103" y="284"/>
                    <a:pt x="104" y="285"/>
                    <a:pt x="104" y="286"/>
                  </a:cubicBezTo>
                  <a:cubicBezTo>
                    <a:pt x="104" y="286"/>
                    <a:pt x="104" y="287"/>
                    <a:pt x="105" y="288"/>
                  </a:cubicBezTo>
                  <a:cubicBezTo>
                    <a:pt x="105" y="289"/>
                    <a:pt x="106" y="289"/>
                    <a:pt x="106" y="290"/>
                  </a:cubicBezTo>
                  <a:cubicBezTo>
                    <a:pt x="107" y="291"/>
                    <a:pt x="106" y="291"/>
                    <a:pt x="106" y="292"/>
                  </a:cubicBezTo>
                  <a:cubicBezTo>
                    <a:pt x="107" y="294"/>
                    <a:pt x="108" y="295"/>
                    <a:pt x="109" y="297"/>
                  </a:cubicBezTo>
                  <a:cubicBezTo>
                    <a:pt x="110" y="298"/>
                    <a:pt x="111" y="299"/>
                    <a:pt x="111" y="300"/>
                  </a:cubicBezTo>
                  <a:cubicBezTo>
                    <a:pt x="111" y="300"/>
                    <a:pt x="112" y="300"/>
                    <a:pt x="112" y="301"/>
                  </a:cubicBezTo>
                  <a:cubicBezTo>
                    <a:pt x="112" y="301"/>
                    <a:pt x="112" y="301"/>
                    <a:pt x="113" y="301"/>
                  </a:cubicBezTo>
                  <a:cubicBezTo>
                    <a:pt x="113" y="302"/>
                    <a:pt x="114" y="302"/>
                    <a:pt x="115" y="302"/>
                  </a:cubicBezTo>
                  <a:cubicBezTo>
                    <a:pt x="115" y="302"/>
                    <a:pt x="116" y="303"/>
                    <a:pt x="116" y="303"/>
                  </a:cubicBezTo>
                  <a:cubicBezTo>
                    <a:pt x="117" y="303"/>
                    <a:pt x="117" y="303"/>
                    <a:pt x="117" y="303"/>
                  </a:cubicBezTo>
                  <a:cubicBezTo>
                    <a:pt x="118" y="304"/>
                    <a:pt x="119" y="304"/>
                    <a:pt x="120" y="304"/>
                  </a:cubicBezTo>
                  <a:cubicBezTo>
                    <a:pt x="122" y="305"/>
                    <a:pt x="122" y="305"/>
                    <a:pt x="123" y="305"/>
                  </a:cubicBezTo>
                  <a:cubicBezTo>
                    <a:pt x="124" y="305"/>
                    <a:pt x="125" y="305"/>
                    <a:pt x="125" y="305"/>
                  </a:cubicBezTo>
                  <a:cubicBezTo>
                    <a:pt x="125" y="304"/>
                    <a:pt x="126" y="304"/>
                    <a:pt x="125" y="302"/>
                  </a:cubicBezTo>
                  <a:cubicBezTo>
                    <a:pt x="123" y="301"/>
                    <a:pt x="121" y="301"/>
                    <a:pt x="120" y="299"/>
                  </a:cubicBezTo>
                  <a:cubicBezTo>
                    <a:pt x="119" y="298"/>
                    <a:pt x="119" y="296"/>
                    <a:pt x="119" y="295"/>
                  </a:cubicBezTo>
                  <a:cubicBezTo>
                    <a:pt x="118" y="294"/>
                    <a:pt x="118" y="293"/>
                    <a:pt x="118" y="293"/>
                  </a:cubicBezTo>
                  <a:cubicBezTo>
                    <a:pt x="118" y="292"/>
                    <a:pt x="118" y="292"/>
                    <a:pt x="118" y="292"/>
                  </a:cubicBezTo>
                  <a:cubicBezTo>
                    <a:pt x="118" y="291"/>
                    <a:pt x="117" y="291"/>
                    <a:pt x="117" y="290"/>
                  </a:cubicBezTo>
                  <a:cubicBezTo>
                    <a:pt x="117" y="289"/>
                    <a:pt x="118" y="288"/>
                    <a:pt x="118" y="287"/>
                  </a:cubicBezTo>
                  <a:cubicBezTo>
                    <a:pt x="117" y="287"/>
                    <a:pt x="117" y="287"/>
                    <a:pt x="117" y="287"/>
                  </a:cubicBezTo>
                  <a:cubicBezTo>
                    <a:pt x="117" y="286"/>
                    <a:pt x="117" y="286"/>
                    <a:pt x="116" y="286"/>
                  </a:cubicBezTo>
                  <a:cubicBezTo>
                    <a:pt x="116" y="285"/>
                    <a:pt x="115" y="285"/>
                    <a:pt x="115" y="284"/>
                  </a:cubicBezTo>
                  <a:cubicBezTo>
                    <a:pt x="115" y="282"/>
                    <a:pt x="116" y="279"/>
                    <a:pt x="115" y="277"/>
                  </a:cubicBezTo>
                  <a:cubicBezTo>
                    <a:pt x="115" y="275"/>
                    <a:pt x="113" y="276"/>
                    <a:pt x="113" y="274"/>
                  </a:cubicBezTo>
                  <a:cubicBezTo>
                    <a:pt x="113" y="273"/>
                    <a:pt x="115" y="273"/>
                    <a:pt x="115" y="273"/>
                  </a:cubicBezTo>
                  <a:cubicBezTo>
                    <a:pt x="115" y="272"/>
                    <a:pt x="114" y="271"/>
                    <a:pt x="114" y="269"/>
                  </a:cubicBezTo>
                  <a:cubicBezTo>
                    <a:pt x="115" y="269"/>
                    <a:pt x="115" y="268"/>
                    <a:pt x="116" y="268"/>
                  </a:cubicBezTo>
                  <a:cubicBezTo>
                    <a:pt x="116" y="267"/>
                    <a:pt x="118" y="267"/>
                    <a:pt x="118" y="266"/>
                  </a:cubicBezTo>
                  <a:cubicBezTo>
                    <a:pt x="119" y="265"/>
                    <a:pt x="119" y="263"/>
                    <a:pt x="118" y="262"/>
                  </a:cubicBezTo>
                  <a:cubicBezTo>
                    <a:pt x="118" y="260"/>
                    <a:pt x="117" y="260"/>
                    <a:pt x="116" y="259"/>
                  </a:cubicBezTo>
                  <a:cubicBezTo>
                    <a:pt x="117" y="258"/>
                    <a:pt x="120" y="258"/>
                    <a:pt x="120" y="257"/>
                  </a:cubicBezTo>
                  <a:cubicBezTo>
                    <a:pt x="121" y="257"/>
                    <a:pt x="120" y="256"/>
                    <a:pt x="120" y="256"/>
                  </a:cubicBezTo>
                  <a:cubicBezTo>
                    <a:pt x="121" y="255"/>
                    <a:pt x="121" y="253"/>
                    <a:pt x="122" y="252"/>
                  </a:cubicBezTo>
                  <a:cubicBezTo>
                    <a:pt x="122" y="252"/>
                    <a:pt x="122" y="251"/>
                    <a:pt x="122" y="251"/>
                  </a:cubicBezTo>
                  <a:cubicBezTo>
                    <a:pt x="123" y="249"/>
                    <a:pt x="122" y="247"/>
                    <a:pt x="122" y="246"/>
                  </a:cubicBezTo>
                  <a:cubicBezTo>
                    <a:pt x="122" y="246"/>
                    <a:pt x="122" y="245"/>
                    <a:pt x="123" y="245"/>
                  </a:cubicBezTo>
                  <a:cubicBezTo>
                    <a:pt x="123" y="244"/>
                    <a:pt x="123" y="244"/>
                    <a:pt x="123" y="243"/>
                  </a:cubicBezTo>
                  <a:cubicBezTo>
                    <a:pt x="122" y="242"/>
                    <a:pt x="121" y="241"/>
                    <a:pt x="121" y="240"/>
                  </a:cubicBezTo>
                  <a:cubicBezTo>
                    <a:pt x="121" y="240"/>
                    <a:pt x="121" y="238"/>
                    <a:pt x="121" y="237"/>
                  </a:cubicBezTo>
                  <a:cubicBezTo>
                    <a:pt x="122" y="237"/>
                    <a:pt x="122" y="237"/>
                    <a:pt x="123" y="236"/>
                  </a:cubicBezTo>
                  <a:cubicBezTo>
                    <a:pt x="123" y="236"/>
                    <a:pt x="123" y="236"/>
                    <a:pt x="123" y="236"/>
                  </a:cubicBezTo>
                  <a:cubicBezTo>
                    <a:pt x="123" y="235"/>
                    <a:pt x="123" y="235"/>
                    <a:pt x="124" y="235"/>
                  </a:cubicBezTo>
                  <a:cubicBezTo>
                    <a:pt x="124" y="235"/>
                    <a:pt x="124" y="234"/>
                    <a:pt x="124" y="234"/>
                  </a:cubicBezTo>
                  <a:cubicBezTo>
                    <a:pt x="124" y="234"/>
                    <a:pt x="125" y="234"/>
                    <a:pt x="125" y="234"/>
                  </a:cubicBezTo>
                  <a:cubicBezTo>
                    <a:pt x="125" y="233"/>
                    <a:pt x="125" y="233"/>
                    <a:pt x="126" y="233"/>
                  </a:cubicBezTo>
                  <a:cubicBezTo>
                    <a:pt x="126" y="232"/>
                    <a:pt x="127" y="232"/>
                    <a:pt x="127" y="231"/>
                  </a:cubicBezTo>
                  <a:cubicBezTo>
                    <a:pt x="128" y="231"/>
                    <a:pt x="128" y="230"/>
                    <a:pt x="128" y="230"/>
                  </a:cubicBezTo>
                  <a:cubicBezTo>
                    <a:pt x="128" y="229"/>
                    <a:pt x="128" y="227"/>
                    <a:pt x="128" y="226"/>
                  </a:cubicBezTo>
                  <a:cubicBezTo>
                    <a:pt x="128" y="224"/>
                    <a:pt x="128" y="223"/>
                    <a:pt x="128" y="221"/>
                  </a:cubicBezTo>
                  <a:cubicBezTo>
                    <a:pt x="128" y="219"/>
                    <a:pt x="128" y="218"/>
                    <a:pt x="127" y="216"/>
                  </a:cubicBezTo>
                  <a:cubicBezTo>
                    <a:pt x="127" y="215"/>
                    <a:pt x="126" y="214"/>
                    <a:pt x="126" y="212"/>
                  </a:cubicBezTo>
                  <a:cubicBezTo>
                    <a:pt x="126" y="211"/>
                    <a:pt x="126" y="210"/>
                    <a:pt x="127" y="209"/>
                  </a:cubicBezTo>
                  <a:cubicBezTo>
                    <a:pt x="127" y="207"/>
                    <a:pt x="128" y="206"/>
                    <a:pt x="128" y="204"/>
                  </a:cubicBezTo>
                  <a:cubicBezTo>
                    <a:pt x="128" y="203"/>
                    <a:pt x="129" y="202"/>
                    <a:pt x="129" y="201"/>
                  </a:cubicBezTo>
                  <a:cubicBezTo>
                    <a:pt x="129" y="199"/>
                    <a:pt x="127" y="197"/>
                    <a:pt x="127" y="196"/>
                  </a:cubicBezTo>
                  <a:cubicBezTo>
                    <a:pt x="127" y="196"/>
                    <a:pt x="127" y="196"/>
                    <a:pt x="127" y="196"/>
                  </a:cubicBezTo>
                  <a:cubicBezTo>
                    <a:pt x="126" y="195"/>
                    <a:pt x="123" y="194"/>
                    <a:pt x="122" y="193"/>
                  </a:cubicBezTo>
                  <a:cubicBezTo>
                    <a:pt x="122" y="193"/>
                    <a:pt x="122" y="193"/>
                    <a:pt x="122" y="193"/>
                  </a:cubicBezTo>
                  <a:cubicBezTo>
                    <a:pt x="121" y="193"/>
                    <a:pt x="120" y="192"/>
                    <a:pt x="120" y="192"/>
                  </a:cubicBezTo>
                  <a:cubicBezTo>
                    <a:pt x="120" y="192"/>
                    <a:pt x="119" y="192"/>
                    <a:pt x="118" y="192"/>
                  </a:cubicBezTo>
                  <a:cubicBezTo>
                    <a:pt x="118" y="192"/>
                    <a:pt x="118" y="192"/>
                    <a:pt x="118" y="192"/>
                  </a:cubicBezTo>
                  <a:cubicBezTo>
                    <a:pt x="117" y="192"/>
                    <a:pt x="117" y="192"/>
                    <a:pt x="116" y="192"/>
                  </a:cubicBezTo>
                  <a:cubicBezTo>
                    <a:pt x="115" y="192"/>
                    <a:pt x="114" y="192"/>
                    <a:pt x="113" y="193"/>
                  </a:cubicBezTo>
                  <a:cubicBezTo>
                    <a:pt x="112" y="193"/>
                    <a:pt x="111" y="192"/>
                    <a:pt x="110" y="192"/>
                  </a:cubicBezTo>
                  <a:cubicBezTo>
                    <a:pt x="110" y="192"/>
                    <a:pt x="110" y="192"/>
                    <a:pt x="109" y="192"/>
                  </a:cubicBezTo>
                  <a:cubicBezTo>
                    <a:pt x="108" y="191"/>
                    <a:pt x="107" y="191"/>
                    <a:pt x="107" y="191"/>
                  </a:cubicBezTo>
                  <a:cubicBezTo>
                    <a:pt x="106" y="191"/>
                    <a:pt x="106" y="191"/>
                    <a:pt x="106" y="191"/>
                  </a:cubicBezTo>
                  <a:cubicBezTo>
                    <a:pt x="105" y="191"/>
                    <a:pt x="104" y="190"/>
                    <a:pt x="104" y="191"/>
                  </a:cubicBezTo>
                  <a:cubicBezTo>
                    <a:pt x="102" y="190"/>
                    <a:pt x="101" y="188"/>
                    <a:pt x="100" y="187"/>
                  </a:cubicBezTo>
                  <a:cubicBezTo>
                    <a:pt x="100" y="186"/>
                    <a:pt x="100" y="185"/>
                    <a:pt x="99" y="184"/>
                  </a:cubicBezTo>
                  <a:cubicBezTo>
                    <a:pt x="99" y="184"/>
                    <a:pt x="97" y="183"/>
                    <a:pt x="96" y="182"/>
                  </a:cubicBezTo>
                  <a:cubicBezTo>
                    <a:pt x="95" y="182"/>
                    <a:pt x="94" y="181"/>
                    <a:pt x="93" y="181"/>
                  </a:cubicBezTo>
                  <a:cubicBezTo>
                    <a:pt x="92" y="181"/>
                    <a:pt x="91" y="182"/>
                    <a:pt x="89" y="182"/>
                  </a:cubicBezTo>
                  <a:cubicBezTo>
                    <a:pt x="88" y="182"/>
                    <a:pt x="86" y="181"/>
                    <a:pt x="85" y="180"/>
                  </a:cubicBezTo>
                  <a:cubicBezTo>
                    <a:pt x="83" y="180"/>
                    <a:pt x="82" y="179"/>
                    <a:pt x="81" y="178"/>
                  </a:cubicBezTo>
                  <a:cubicBezTo>
                    <a:pt x="80" y="177"/>
                    <a:pt x="80" y="175"/>
                    <a:pt x="78" y="175"/>
                  </a:cubicBezTo>
                  <a:cubicBezTo>
                    <a:pt x="77" y="175"/>
                    <a:pt x="75" y="178"/>
                    <a:pt x="73" y="179"/>
                  </a:cubicBezTo>
                  <a:cubicBezTo>
                    <a:pt x="72" y="179"/>
                    <a:pt x="71" y="179"/>
                    <a:pt x="70" y="179"/>
                  </a:cubicBezTo>
                  <a:cubicBezTo>
                    <a:pt x="70" y="179"/>
                    <a:pt x="70" y="179"/>
                    <a:pt x="69" y="179"/>
                  </a:cubicBezTo>
                  <a:cubicBezTo>
                    <a:pt x="69" y="179"/>
                    <a:pt x="69" y="178"/>
                    <a:pt x="68" y="178"/>
                  </a:cubicBezTo>
                  <a:cubicBezTo>
                    <a:pt x="68" y="178"/>
                    <a:pt x="68" y="178"/>
                    <a:pt x="68" y="178"/>
                  </a:cubicBezTo>
                  <a:cubicBezTo>
                    <a:pt x="67" y="178"/>
                    <a:pt x="66" y="177"/>
                    <a:pt x="66" y="177"/>
                  </a:cubicBezTo>
                  <a:cubicBezTo>
                    <a:pt x="63" y="177"/>
                    <a:pt x="63" y="179"/>
                    <a:pt x="61" y="180"/>
                  </a:cubicBezTo>
                  <a:cubicBezTo>
                    <a:pt x="61" y="181"/>
                    <a:pt x="60" y="181"/>
                    <a:pt x="60" y="181"/>
                  </a:cubicBezTo>
                  <a:cubicBezTo>
                    <a:pt x="60" y="182"/>
                    <a:pt x="59" y="182"/>
                    <a:pt x="59" y="182"/>
                  </a:cubicBezTo>
                  <a:cubicBezTo>
                    <a:pt x="58" y="183"/>
                    <a:pt x="59" y="185"/>
                    <a:pt x="58" y="186"/>
                  </a:cubicBezTo>
                  <a:cubicBezTo>
                    <a:pt x="59" y="188"/>
                    <a:pt x="58" y="189"/>
                    <a:pt x="58" y="191"/>
                  </a:cubicBezTo>
                  <a:cubicBezTo>
                    <a:pt x="58" y="191"/>
                    <a:pt x="58" y="191"/>
                    <a:pt x="58" y="191"/>
                  </a:cubicBezTo>
                  <a:cubicBezTo>
                    <a:pt x="58" y="192"/>
                    <a:pt x="58" y="192"/>
                    <a:pt x="58" y="193"/>
                  </a:cubicBezTo>
                  <a:cubicBezTo>
                    <a:pt x="58" y="193"/>
                    <a:pt x="58" y="193"/>
                    <a:pt x="58" y="193"/>
                  </a:cubicBezTo>
                  <a:cubicBezTo>
                    <a:pt x="58" y="192"/>
                    <a:pt x="58" y="191"/>
                    <a:pt x="58" y="191"/>
                  </a:cubicBezTo>
                  <a:cubicBezTo>
                    <a:pt x="57" y="191"/>
                    <a:pt x="57" y="190"/>
                    <a:pt x="56" y="190"/>
                  </a:cubicBezTo>
                  <a:cubicBezTo>
                    <a:pt x="55" y="189"/>
                    <a:pt x="55" y="190"/>
                    <a:pt x="54" y="190"/>
                  </a:cubicBezTo>
                  <a:cubicBezTo>
                    <a:pt x="52" y="189"/>
                    <a:pt x="51" y="186"/>
                    <a:pt x="51" y="184"/>
                  </a:cubicBezTo>
                  <a:cubicBezTo>
                    <a:pt x="52" y="182"/>
                    <a:pt x="53" y="180"/>
                    <a:pt x="54" y="179"/>
                  </a:cubicBezTo>
                  <a:cubicBezTo>
                    <a:pt x="54" y="177"/>
                    <a:pt x="53" y="175"/>
                    <a:pt x="52" y="175"/>
                  </a:cubicBezTo>
                  <a:cubicBezTo>
                    <a:pt x="51" y="174"/>
                    <a:pt x="49" y="175"/>
                    <a:pt x="48" y="173"/>
                  </a:cubicBezTo>
                  <a:cubicBezTo>
                    <a:pt x="49" y="172"/>
                    <a:pt x="50" y="171"/>
                    <a:pt x="50" y="170"/>
                  </a:cubicBezTo>
                  <a:cubicBezTo>
                    <a:pt x="50" y="169"/>
                    <a:pt x="50" y="168"/>
                    <a:pt x="51" y="168"/>
                  </a:cubicBezTo>
                  <a:cubicBezTo>
                    <a:pt x="51" y="166"/>
                    <a:pt x="52" y="165"/>
                    <a:pt x="52" y="164"/>
                  </a:cubicBezTo>
                  <a:cubicBezTo>
                    <a:pt x="50" y="163"/>
                    <a:pt x="49" y="163"/>
                    <a:pt x="48" y="164"/>
                  </a:cubicBezTo>
                  <a:cubicBezTo>
                    <a:pt x="47" y="165"/>
                    <a:pt x="47" y="165"/>
                    <a:pt x="47" y="166"/>
                  </a:cubicBezTo>
                  <a:cubicBezTo>
                    <a:pt x="46" y="166"/>
                    <a:pt x="46" y="167"/>
                    <a:pt x="45" y="167"/>
                  </a:cubicBezTo>
                  <a:cubicBezTo>
                    <a:pt x="45" y="167"/>
                    <a:pt x="44" y="167"/>
                    <a:pt x="43" y="167"/>
                  </a:cubicBezTo>
                  <a:cubicBezTo>
                    <a:pt x="42" y="167"/>
                    <a:pt x="42" y="167"/>
                    <a:pt x="41" y="167"/>
                  </a:cubicBezTo>
                  <a:cubicBezTo>
                    <a:pt x="40" y="167"/>
                    <a:pt x="40" y="164"/>
                    <a:pt x="40" y="163"/>
                  </a:cubicBezTo>
                  <a:cubicBezTo>
                    <a:pt x="39" y="162"/>
                    <a:pt x="39" y="161"/>
                    <a:pt x="39" y="160"/>
                  </a:cubicBezTo>
                  <a:cubicBezTo>
                    <a:pt x="39" y="159"/>
                    <a:pt x="39" y="158"/>
                    <a:pt x="39" y="158"/>
                  </a:cubicBezTo>
                  <a:cubicBezTo>
                    <a:pt x="40" y="155"/>
                    <a:pt x="40" y="154"/>
                    <a:pt x="41" y="152"/>
                  </a:cubicBezTo>
                  <a:cubicBezTo>
                    <a:pt x="42" y="151"/>
                    <a:pt x="41" y="150"/>
                    <a:pt x="42" y="149"/>
                  </a:cubicBezTo>
                  <a:cubicBezTo>
                    <a:pt x="42" y="148"/>
                    <a:pt x="44" y="148"/>
                    <a:pt x="46" y="147"/>
                  </a:cubicBezTo>
                  <a:cubicBezTo>
                    <a:pt x="47" y="147"/>
                    <a:pt x="48" y="146"/>
                    <a:pt x="49" y="147"/>
                  </a:cubicBezTo>
                  <a:cubicBezTo>
                    <a:pt x="50" y="147"/>
                    <a:pt x="50" y="148"/>
                    <a:pt x="51" y="148"/>
                  </a:cubicBezTo>
                  <a:cubicBezTo>
                    <a:pt x="51" y="149"/>
                    <a:pt x="52" y="149"/>
                    <a:pt x="53" y="149"/>
                  </a:cubicBezTo>
                  <a:cubicBezTo>
                    <a:pt x="54" y="149"/>
                    <a:pt x="55" y="148"/>
                    <a:pt x="56" y="148"/>
                  </a:cubicBezTo>
                  <a:cubicBezTo>
                    <a:pt x="57" y="148"/>
                    <a:pt x="59" y="149"/>
                    <a:pt x="59" y="149"/>
                  </a:cubicBezTo>
                  <a:cubicBezTo>
                    <a:pt x="60" y="150"/>
                    <a:pt x="60" y="151"/>
                    <a:pt x="60" y="152"/>
                  </a:cubicBezTo>
                  <a:cubicBezTo>
                    <a:pt x="61" y="153"/>
                    <a:pt x="61" y="154"/>
                    <a:pt x="61" y="155"/>
                  </a:cubicBezTo>
                  <a:cubicBezTo>
                    <a:pt x="61" y="155"/>
                    <a:pt x="61" y="156"/>
                    <a:pt x="61" y="157"/>
                  </a:cubicBezTo>
                  <a:cubicBezTo>
                    <a:pt x="61" y="158"/>
                    <a:pt x="61" y="158"/>
                    <a:pt x="61" y="158"/>
                  </a:cubicBezTo>
                  <a:cubicBezTo>
                    <a:pt x="61" y="159"/>
                    <a:pt x="61" y="159"/>
                    <a:pt x="62" y="160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63" y="158"/>
                    <a:pt x="63" y="158"/>
                    <a:pt x="63" y="158"/>
                  </a:cubicBezTo>
                  <a:cubicBezTo>
                    <a:pt x="63" y="158"/>
                    <a:pt x="64" y="155"/>
                    <a:pt x="64" y="154"/>
                  </a:cubicBezTo>
                  <a:cubicBezTo>
                    <a:pt x="64" y="154"/>
                    <a:pt x="64" y="153"/>
                    <a:pt x="64" y="153"/>
                  </a:cubicBezTo>
                  <a:cubicBezTo>
                    <a:pt x="64" y="152"/>
                    <a:pt x="64" y="151"/>
                    <a:pt x="64" y="151"/>
                  </a:cubicBezTo>
                  <a:cubicBezTo>
                    <a:pt x="64" y="148"/>
                    <a:pt x="66" y="147"/>
                    <a:pt x="67" y="146"/>
                  </a:cubicBezTo>
                  <a:cubicBezTo>
                    <a:pt x="67" y="146"/>
                    <a:pt x="67" y="146"/>
                    <a:pt x="67" y="146"/>
                  </a:cubicBezTo>
                  <a:cubicBezTo>
                    <a:pt x="68" y="146"/>
                    <a:pt x="69" y="145"/>
                    <a:pt x="70" y="145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72" y="144"/>
                    <a:pt x="74" y="143"/>
                    <a:pt x="74" y="141"/>
                  </a:cubicBezTo>
                  <a:cubicBezTo>
                    <a:pt x="75" y="140"/>
                    <a:pt x="74" y="139"/>
                    <a:pt x="75" y="138"/>
                  </a:cubicBezTo>
                  <a:cubicBezTo>
                    <a:pt x="75" y="137"/>
                    <a:pt x="76" y="138"/>
                    <a:pt x="76" y="137"/>
                  </a:cubicBezTo>
                  <a:cubicBezTo>
                    <a:pt x="76" y="136"/>
                    <a:pt x="77" y="135"/>
                    <a:pt x="77" y="135"/>
                  </a:cubicBezTo>
                  <a:cubicBezTo>
                    <a:pt x="80" y="133"/>
                    <a:pt x="84" y="129"/>
                    <a:pt x="88" y="128"/>
                  </a:cubicBezTo>
                  <a:cubicBezTo>
                    <a:pt x="89" y="128"/>
                    <a:pt x="89" y="128"/>
                    <a:pt x="90" y="128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2" y="128"/>
                    <a:pt x="93" y="128"/>
                    <a:pt x="93" y="128"/>
                  </a:cubicBezTo>
                  <a:cubicBezTo>
                    <a:pt x="94" y="128"/>
                    <a:pt x="95" y="128"/>
                    <a:pt x="96" y="128"/>
                  </a:cubicBezTo>
                  <a:cubicBezTo>
                    <a:pt x="96" y="128"/>
                    <a:pt x="97" y="128"/>
                    <a:pt x="97" y="128"/>
                  </a:cubicBezTo>
                  <a:cubicBezTo>
                    <a:pt x="97" y="128"/>
                    <a:pt x="97" y="128"/>
                    <a:pt x="97" y="128"/>
                  </a:cubicBezTo>
                  <a:cubicBezTo>
                    <a:pt x="98" y="128"/>
                    <a:pt x="98" y="128"/>
                    <a:pt x="98" y="127"/>
                  </a:cubicBezTo>
                  <a:cubicBezTo>
                    <a:pt x="100" y="127"/>
                    <a:pt x="103" y="127"/>
                    <a:pt x="103" y="124"/>
                  </a:cubicBezTo>
                  <a:cubicBezTo>
                    <a:pt x="103" y="124"/>
                    <a:pt x="102" y="124"/>
                    <a:pt x="103" y="123"/>
                  </a:cubicBezTo>
                  <a:cubicBezTo>
                    <a:pt x="101" y="123"/>
                    <a:pt x="100" y="124"/>
                    <a:pt x="99" y="124"/>
                  </a:cubicBezTo>
                  <a:cubicBezTo>
                    <a:pt x="97" y="122"/>
                    <a:pt x="99" y="119"/>
                    <a:pt x="98" y="117"/>
                  </a:cubicBezTo>
                  <a:cubicBezTo>
                    <a:pt x="97" y="116"/>
                    <a:pt x="96" y="117"/>
                    <a:pt x="95" y="117"/>
                  </a:cubicBezTo>
                  <a:cubicBezTo>
                    <a:pt x="93" y="118"/>
                    <a:pt x="92" y="119"/>
                    <a:pt x="91" y="117"/>
                  </a:cubicBezTo>
                  <a:cubicBezTo>
                    <a:pt x="92" y="116"/>
                    <a:pt x="93" y="116"/>
                    <a:pt x="94" y="115"/>
                  </a:cubicBezTo>
                  <a:cubicBezTo>
                    <a:pt x="95" y="115"/>
                    <a:pt x="96" y="114"/>
                    <a:pt x="97" y="114"/>
                  </a:cubicBezTo>
                  <a:cubicBezTo>
                    <a:pt x="99" y="114"/>
                    <a:pt x="102" y="116"/>
                    <a:pt x="104" y="116"/>
                  </a:cubicBezTo>
                  <a:cubicBezTo>
                    <a:pt x="104" y="116"/>
                    <a:pt x="105" y="115"/>
                    <a:pt x="105" y="115"/>
                  </a:cubicBezTo>
                  <a:cubicBezTo>
                    <a:pt x="105" y="115"/>
                    <a:pt x="106" y="116"/>
                    <a:pt x="106" y="115"/>
                  </a:cubicBezTo>
                  <a:cubicBezTo>
                    <a:pt x="107" y="115"/>
                    <a:pt x="108" y="114"/>
                    <a:pt x="109" y="114"/>
                  </a:cubicBezTo>
                  <a:cubicBezTo>
                    <a:pt x="111" y="113"/>
                    <a:pt x="112" y="113"/>
                    <a:pt x="112" y="112"/>
                  </a:cubicBezTo>
                  <a:cubicBezTo>
                    <a:pt x="113" y="111"/>
                    <a:pt x="112" y="109"/>
                    <a:pt x="111" y="109"/>
                  </a:cubicBezTo>
                  <a:cubicBezTo>
                    <a:pt x="110" y="107"/>
                    <a:pt x="109" y="106"/>
                    <a:pt x="108" y="105"/>
                  </a:cubicBezTo>
                  <a:cubicBezTo>
                    <a:pt x="108" y="104"/>
                    <a:pt x="107" y="103"/>
                    <a:pt x="107" y="102"/>
                  </a:cubicBezTo>
                  <a:cubicBezTo>
                    <a:pt x="107" y="101"/>
                    <a:pt x="108" y="100"/>
                    <a:pt x="108" y="99"/>
                  </a:cubicBezTo>
                  <a:cubicBezTo>
                    <a:pt x="108" y="99"/>
                    <a:pt x="108" y="98"/>
                    <a:pt x="108" y="98"/>
                  </a:cubicBezTo>
                  <a:cubicBezTo>
                    <a:pt x="108" y="97"/>
                    <a:pt x="108" y="96"/>
                    <a:pt x="108" y="96"/>
                  </a:cubicBezTo>
                  <a:cubicBezTo>
                    <a:pt x="108" y="95"/>
                    <a:pt x="108" y="93"/>
                    <a:pt x="107" y="93"/>
                  </a:cubicBezTo>
                  <a:cubicBezTo>
                    <a:pt x="106" y="93"/>
                    <a:pt x="105" y="95"/>
                    <a:pt x="103" y="95"/>
                  </a:cubicBezTo>
                  <a:cubicBezTo>
                    <a:pt x="103" y="95"/>
                    <a:pt x="103" y="95"/>
                    <a:pt x="102" y="94"/>
                  </a:cubicBezTo>
                  <a:cubicBezTo>
                    <a:pt x="101" y="93"/>
                    <a:pt x="101" y="93"/>
                    <a:pt x="101" y="91"/>
                  </a:cubicBezTo>
                  <a:cubicBezTo>
                    <a:pt x="101" y="91"/>
                    <a:pt x="102" y="89"/>
                    <a:pt x="102" y="88"/>
                  </a:cubicBezTo>
                  <a:cubicBezTo>
                    <a:pt x="102" y="87"/>
                    <a:pt x="101" y="87"/>
                    <a:pt x="101" y="86"/>
                  </a:cubicBezTo>
                  <a:cubicBezTo>
                    <a:pt x="100" y="84"/>
                    <a:pt x="100" y="84"/>
                    <a:pt x="99" y="84"/>
                  </a:cubicBezTo>
                  <a:cubicBezTo>
                    <a:pt x="99" y="83"/>
                    <a:pt x="98" y="84"/>
                    <a:pt x="97" y="84"/>
                  </a:cubicBezTo>
                  <a:cubicBezTo>
                    <a:pt x="96" y="84"/>
                    <a:pt x="96" y="83"/>
                    <a:pt x="95" y="83"/>
                  </a:cubicBezTo>
                  <a:cubicBezTo>
                    <a:pt x="94" y="84"/>
                    <a:pt x="94" y="85"/>
                    <a:pt x="93" y="86"/>
                  </a:cubicBezTo>
                  <a:cubicBezTo>
                    <a:pt x="93" y="87"/>
                    <a:pt x="93" y="88"/>
                    <a:pt x="92" y="88"/>
                  </a:cubicBezTo>
                  <a:cubicBezTo>
                    <a:pt x="91" y="90"/>
                    <a:pt x="90" y="90"/>
                    <a:pt x="90" y="91"/>
                  </a:cubicBezTo>
                  <a:cubicBezTo>
                    <a:pt x="90" y="93"/>
                    <a:pt x="90" y="96"/>
                    <a:pt x="88" y="98"/>
                  </a:cubicBezTo>
                  <a:cubicBezTo>
                    <a:pt x="87" y="99"/>
                    <a:pt x="86" y="99"/>
                    <a:pt x="85" y="100"/>
                  </a:cubicBezTo>
                  <a:cubicBezTo>
                    <a:pt x="83" y="103"/>
                    <a:pt x="83" y="108"/>
                    <a:pt x="80" y="107"/>
                  </a:cubicBezTo>
                  <a:cubicBezTo>
                    <a:pt x="79" y="105"/>
                    <a:pt x="79" y="103"/>
                    <a:pt x="80" y="100"/>
                  </a:cubicBezTo>
                  <a:cubicBezTo>
                    <a:pt x="80" y="98"/>
                    <a:pt x="79" y="98"/>
                    <a:pt x="78" y="98"/>
                  </a:cubicBezTo>
                  <a:cubicBezTo>
                    <a:pt x="78" y="98"/>
                    <a:pt x="78" y="97"/>
                    <a:pt x="78" y="97"/>
                  </a:cubicBezTo>
                  <a:cubicBezTo>
                    <a:pt x="77" y="97"/>
                    <a:pt x="77" y="97"/>
                    <a:pt x="76" y="97"/>
                  </a:cubicBezTo>
                  <a:cubicBezTo>
                    <a:pt x="76" y="96"/>
                    <a:pt x="76" y="96"/>
                    <a:pt x="76" y="96"/>
                  </a:cubicBezTo>
                  <a:cubicBezTo>
                    <a:pt x="76" y="95"/>
                    <a:pt x="75" y="94"/>
                    <a:pt x="75" y="93"/>
                  </a:cubicBezTo>
                  <a:cubicBezTo>
                    <a:pt x="75" y="92"/>
                    <a:pt x="74" y="92"/>
                    <a:pt x="74" y="92"/>
                  </a:cubicBezTo>
                  <a:cubicBezTo>
                    <a:pt x="74" y="92"/>
                    <a:pt x="74" y="91"/>
                    <a:pt x="74" y="91"/>
                  </a:cubicBezTo>
                  <a:cubicBezTo>
                    <a:pt x="74" y="91"/>
                    <a:pt x="73" y="91"/>
                    <a:pt x="73" y="91"/>
                  </a:cubicBezTo>
                  <a:cubicBezTo>
                    <a:pt x="73" y="90"/>
                    <a:pt x="72" y="90"/>
                    <a:pt x="71" y="89"/>
                  </a:cubicBezTo>
                  <a:cubicBezTo>
                    <a:pt x="71" y="89"/>
                    <a:pt x="72" y="88"/>
                    <a:pt x="72" y="87"/>
                  </a:cubicBezTo>
                  <a:cubicBezTo>
                    <a:pt x="70" y="86"/>
                    <a:pt x="69" y="84"/>
                    <a:pt x="72" y="81"/>
                  </a:cubicBezTo>
                  <a:cubicBezTo>
                    <a:pt x="72" y="81"/>
                    <a:pt x="74" y="80"/>
                    <a:pt x="75" y="79"/>
                  </a:cubicBezTo>
                  <a:cubicBezTo>
                    <a:pt x="76" y="79"/>
                    <a:pt x="77" y="78"/>
                    <a:pt x="77" y="77"/>
                  </a:cubicBezTo>
                  <a:cubicBezTo>
                    <a:pt x="78" y="77"/>
                    <a:pt x="79" y="76"/>
                    <a:pt x="80" y="76"/>
                  </a:cubicBezTo>
                  <a:cubicBezTo>
                    <a:pt x="82" y="75"/>
                    <a:pt x="84" y="76"/>
                    <a:pt x="85" y="75"/>
                  </a:cubicBezTo>
                  <a:cubicBezTo>
                    <a:pt x="86" y="76"/>
                    <a:pt x="85" y="78"/>
                    <a:pt x="86" y="78"/>
                  </a:cubicBezTo>
                  <a:cubicBezTo>
                    <a:pt x="87" y="79"/>
                    <a:pt x="89" y="78"/>
                    <a:pt x="89" y="77"/>
                  </a:cubicBezTo>
                  <a:cubicBezTo>
                    <a:pt x="90" y="75"/>
                    <a:pt x="89" y="75"/>
                    <a:pt x="89" y="73"/>
                  </a:cubicBezTo>
                  <a:cubicBezTo>
                    <a:pt x="91" y="72"/>
                    <a:pt x="94" y="72"/>
                    <a:pt x="95" y="70"/>
                  </a:cubicBezTo>
                  <a:cubicBezTo>
                    <a:pt x="96" y="69"/>
                    <a:pt x="96" y="68"/>
                    <a:pt x="95" y="68"/>
                  </a:cubicBezTo>
                  <a:cubicBezTo>
                    <a:pt x="95" y="67"/>
                    <a:pt x="95" y="65"/>
                    <a:pt x="96" y="64"/>
                  </a:cubicBezTo>
                  <a:cubicBezTo>
                    <a:pt x="97" y="63"/>
                    <a:pt x="99" y="62"/>
                    <a:pt x="101" y="62"/>
                  </a:cubicBezTo>
                  <a:cubicBezTo>
                    <a:pt x="103" y="61"/>
                    <a:pt x="103" y="63"/>
                    <a:pt x="104" y="64"/>
                  </a:cubicBezTo>
                  <a:cubicBezTo>
                    <a:pt x="104" y="65"/>
                    <a:pt x="104" y="65"/>
                    <a:pt x="105" y="65"/>
                  </a:cubicBezTo>
                  <a:cubicBezTo>
                    <a:pt x="105" y="67"/>
                    <a:pt x="107" y="68"/>
                    <a:pt x="106" y="70"/>
                  </a:cubicBezTo>
                  <a:cubicBezTo>
                    <a:pt x="105" y="72"/>
                    <a:pt x="104" y="73"/>
                    <a:pt x="103" y="74"/>
                  </a:cubicBezTo>
                  <a:cubicBezTo>
                    <a:pt x="103" y="75"/>
                    <a:pt x="102" y="76"/>
                    <a:pt x="101" y="76"/>
                  </a:cubicBezTo>
                  <a:cubicBezTo>
                    <a:pt x="99" y="76"/>
                    <a:pt x="96" y="76"/>
                    <a:pt x="95" y="80"/>
                  </a:cubicBezTo>
                  <a:cubicBezTo>
                    <a:pt x="96" y="81"/>
                    <a:pt x="98" y="80"/>
                    <a:pt x="98" y="81"/>
                  </a:cubicBezTo>
                  <a:cubicBezTo>
                    <a:pt x="100" y="81"/>
                    <a:pt x="102" y="82"/>
                    <a:pt x="102" y="83"/>
                  </a:cubicBezTo>
                  <a:cubicBezTo>
                    <a:pt x="103" y="84"/>
                    <a:pt x="103" y="84"/>
                    <a:pt x="103" y="85"/>
                  </a:cubicBezTo>
                  <a:cubicBezTo>
                    <a:pt x="104" y="85"/>
                    <a:pt x="105" y="86"/>
                    <a:pt x="106" y="86"/>
                  </a:cubicBezTo>
                  <a:cubicBezTo>
                    <a:pt x="106" y="86"/>
                    <a:pt x="107" y="87"/>
                    <a:pt x="108" y="86"/>
                  </a:cubicBezTo>
                  <a:cubicBezTo>
                    <a:pt x="109" y="84"/>
                    <a:pt x="105" y="84"/>
                    <a:pt x="106" y="82"/>
                  </a:cubicBezTo>
                  <a:cubicBezTo>
                    <a:pt x="108" y="81"/>
                    <a:pt x="109" y="85"/>
                    <a:pt x="111" y="82"/>
                  </a:cubicBezTo>
                  <a:cubicBezTo>
                    <a:pt x="112" y="80"/>
                    <a:pt x="109" y="79"/>
                    <a:pt x="110" y="77"/>
                  </a:cubicBezTo>
                  <a:cubicBezTo>
                    <a:pt x="111" y="77"/>
                    <a:pt x="111" y="76"/>
                    <a:pt x="111" y="76"/>
                  </a:cubicBezTo>
                  <a:cubicBezTo>
                    <a:pt x="112" y="77"/>
                    <a:pt x="112" y="77"/>
                    <a:pt x="112" y="78"/>
                  </a:cubicBezTo>
                  <a:cubicBezTo>
                    <a:pt x="112" y="78"/>
                    <a:pt x="113" y="78"/>
                    <a:pt x="113" y="78"/>
                  </a:cubicBezTo>
                  <a:cubicBezTo>
                    <a:pt x="113" y="79"/>
                    <a:pt x="113" y="80"/>
                    <a:pt x="114" y="80"/>
                  </a:cubicBezTo>
                  <a:cubicBezTo>
                    <a:pt x="115" y="80"/>
                    <a:pt x="116" y="80"/>
                    <a:pt x="116" y="79"/>
                  </a:cubicBezTo>
                  <a:cubicBezTo>
                    <a:pt x="117" y="78"/>
                    <a:pt x="117" y="77"/>
                    <a:pt x="118" y="76"/>
                  </a:cubicBezTo>
                  <a:cubicBezTo>
                    <a:pt x="118" y="76"/>
                    <a:pt x="118" y="76"/>
                    <a:pt x="118" y="75"/>
                  </a:cubicBezTo>
                  <a:cubicBezTo>
                    <a:pt x="118" y="75"/>
                    <a:pt x="118" y="75"/>
                    <a:pt x="118" y="74"/>
                  </a:cubicBezTo>
                  <a:cubicBezTo>
                    <a:pt x="118" y="73"/>
                    <a:pt x="115" y="71"/>
                    <a:pt x="115" y="70"/>
                  </a:cubicBezTo>
                  <a:cubicBezTo>
                    <a:pt x="114" y="69"/>
                    <a:pt x="114" y="69"/>
                    <a:pt x="114" y="68"/>
                  </a:cubicBezTo>
                  <a:cubicBezTo>
                    <a:pt x="114" y="66"/>
                    <a:pt x="114" y="66"/>
                    <a:pt x="114" y="65"/>
                  </a:cubicBezTo>
                  <a:cubicBezTo>
                    <a:pt x="114" y="63"/>
                    <a:pt x="111" y="62"/>
                    <a:pt x="111" y="60"/>
                  </a:cubicBezTo>
                  <a:cubicBezTo>
                    <a:pt x="111" y="59"/>
                    <a:pt x="112" y="58"/>
                    <a:pt x="112" y="57"/>
                  </a:cubicBezTo>
                  <a:cubicBezTo>
                    <a:pt x="111" y="56"/>
                    <a:pt x="109" y="56"/>
                    <a:pt x="108" y="56"/>
                  </a:cubicBezTo>
                  <a:cubicBezTo>
                    <a:pt x="108" y="55"/>
                    <a:pt x="108" y="54"/>
                    <a:pt x="108" y="53"/>
                  </a:cubicBezTo>
                  <a:cubicBezTo>
                    <a:pt x="107" y="53"/>
                    <a:pt x="106" y="52"/>
                    <a:pt x="105" y="52"/>
                  </a:cubicBezTo>
                  <a:cubicBezTo>
                    <a:pt x="105" y="52"/>
                    <a:pt x="104" y="52"/>
                    <a:pt x="103" y="52"/>
                  </a:cubicBezTo>
                  <a:cubicBezTo>
                    <a:pt x="103" y="52"/>
                    <a:pt x="102" y="52"/>
                    <a:pt x="102" y="52"/>
                  </a:cubicBezTo>
                  <a:cubicBezTo>
                    <a:pt x="100" y="51"/>
                    <a:pt x="98" y="51"/>
                    <a:pt x="97" y="51"/>
                  </a:cubicBezTo>
                  <a:cubicBezTo>
                    <a:pt x="96" y="51"/>
                    <a:pt x="96" y="51"/>
                    <a:pt x="95" y="52"/>
                  </a:cubicBezTo>
                  <a:cubicBezTo>
                    <a:pt x="94" y="53"/>
                    <a:pt x="92" y="54"/>
                    <a:pt x="92" y="55"/>
                  </a:cubicBezTo>
                  <a:cubicBezTo>
                    <a:pt x="91" y="56"/>
                    <a:pt x="92" y="57"/>
                    <a:pt x="92" y="57"/>
                  </a:cubicBezTo>
                  <a:cubicBezTo>
                    <a:pt x="92" y="59"/>
                    <a:pt x="92" y="60"/>
                    <a:pt x="92" y="62"/>
                  </a:cubicBezTo>
                  <a:cubicBezTo>
                    <a:pt x="92" y="62"/>
                    <a:pt x="94" y="63"/>
                    <a:pt x="93" y="64"/>
                  </a:cubicBezTo>
                  <a:cubicBezTo>
                    <a:pt x="93" y="65"/>
                    <a:pt x="92" y="66"/>
                    <a:pt x="91" y="66"/>
                  </a:cubicBezTo>
                  <a:cubicBezTo>
                    <a:pt x="90" y="67"/>
                    <a:pt x="90" y="69"/>
                    <a:pt x="88" y="69"/>
                  </a:cubicBezTo>
                  <a:cubicBezTo>
                    <a:pt x="88" y="69"/>
                    <a:pt x="88" y="68"/>
                    <a:pt x="88" y="67"/>
                  </a:cubicBezTo>
                  <a:cubicBezTo>
                    <a:pt x="87" y="67"/>
                    <a:pt x="86" y="67"/>
                    <a:pt x="86" y="67"/>
                  </a:cubicBezTo>
                  <a:cubicBezTo>
                    <a:pt x="86" y="66"/>
                    <a:pt x="86" y="65"/>
                    <a:pt x="85" y="64"/>
                  </a:cubicBezTo>
                  <a:cubicBezTo>
                    <a:pt x="86" y="62"/>
                    <a:pt x="85" y="62"/>
                    <a:pt x="85" y="60"/>
                  </a:cubicBezTo>
                  <a:cubicBezTo>
                    <a:pt x="86" y="59"/>
                    <a:pt x="87" y="59"/>
                    <a:pt x="87" y="58"/>
                  </a:cubicBezTo>
                  <a:cubicBezTo>
                    <a:pt x="87" y="56"/>
                    <a:pt x="85" y="56"/>
                    <a:pt x="86" y="54"/>
                  </a:cubicBezTo>
                  <a:cubicBezTo>
                    <a:pt x="87" y="53"/>
                    <a:pt x="87" y="53"/>
                    <a:pt x="88" y="52"/>
                  </a:cubicBezTo>
                  <a:cubicBezTo>
                    <a:pt x="89" y="52"/>
                    <a:pt x="90" y="53"/>
                    <a:pt x="91" y="52"/>
                  </a:cubicBezTo>
                  <a:cubicBezTo>
                    <a:pt x="91" y="52"/>
                    <a:pt x="92" y="51"/>
                    <a:pt x="92" y="51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2" y="51"/>
                    <a:pt x="93" y="51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49"/>
                    <a:pt x="95" y="46"/>
                    <a:pt x="96" y="45"/>
                  </a:cubicBezTo>
                  <a:cubicBezTo>
                    <a:pt x="97" y="45"/>
                    <a:pt x="98" y="45"/>
                    <a:pt x="100" y="45"/>
                  </a:cubicBezTo>
                  <a:cubicBezTo>
                    <a:pt x="102" y="45"/>
                    <a:pt x="105" y="45"/>
                    <a:pt x="106" y="44"/>
                  </a:cubicBezTo>
                  <a:cubicBezTo>
                    <a:pt x="107" y="44"/>
                    <a:pt x="108" y="42"/>
                    <a:pt x="109" y="41"/>
                  </a:cubicBezTo>
                  <a:cubicBezTo>
                    <a:pt x="109" y="40"/>
                    <a:pt x="110" y="39"/>
                    <a:pt x="111" y="39"/>
                  </a:cubicBezTo>
                  <a:cubicBezTo>
                    <a:pt x="111" y="39"/>
                    <a:pt x="111" y="38"/>
                    <a:pt x="111" y="38"/>
                  </a:cubicBezTo>
                  <a:cubicBezTo>
                    <a:pt x="112" y="37"/>
                    <a:pt x="114" y="36"/>
                    <a:pt x="115" y="35"/>
                  </a:cubicBezTo>
                  <a:cubicBezTo>
                    <a:pt x="115" y="35"/>
                    <a:pt x="116" y="34"/>
                    <a:pt x="117" y="34"/>
                  </a:cubicBezTo>
                  <a:cubicBezTo>
                    <a:pt x="118" y="33"/>
                    <a:pt x="118" y="31"/>
                    <a:pt x="120" y="30"/>
                  </a:cubicBezTo>
                  <a:cubicBezTo>
                    <a:pt x="120" y="30"/>
                    <a:pt x="120" y="30"/>
                    <a:pt x="120" y="30"/>
                  </a:cubicBezTo>
                  <a:cubicBezTo>
                    <a:pt x="122" y="29"/>
                    <a:pt x="124" y="28"/>
                    <a:pt x="126" y="27"/>
                  </a:cubicBezTo>
                  <a:cubicBezTo>
                    <a:pt x="127" y="26"/>
                    <a:pt x="127" y="26"/>
                    <a:pt x="128" y="25"/>
                  </a:cubicBezTo>
                  <a:cubicBezTo>
                    <a:pt x="129" y="25"/>
                    <a:pt x="130" y="25"/>
                    <a:pt x="130" y="24"/>
                  </a:cubicBezTo>
                  <a:cubicBezTo>
                    <a:pt x="131" y="24"/>
                    <a:pt x="132" y="24"/>
                    <a:pt x="132" y="24"/>
                  </a:cubicBezTo>
                  <a:cubicBezTo>
                    <a:pt x="132" y="24"/>
                    <a:pt x="133" y="23"/>
                    <a:pt x="133" y="23"/>
                  </a:cubicBezTo>
                  <a:cubicBezTo>
                    <a:pt x="133" y="23"/>
                    <a:pt x="133" y="23"/>
                    <a:pt x="134" y="23"/>
                  </a:cubicBezTo>
                  <a:cubicBezTo>
                    <a:pt x="134" y="23"/>
                    <a:pt x="134" y="23"/>
                    <a:pt x="134" y="22"/>
                  </a:cubicBezTo>
                  <a:cubicBezTo>
                    <a:pt x="135" y="22"/>
                    <a:pt x="136" y="22"/>
                    <a:pt x="136" y="21"/>
                  </a:cubicBezTo>
                  <a:cubicBezTo>
                    <a:pt x="136" y="20"/>
                    <a:pt x="135" y="19"/>
                    <a:pt x="134" y="19"/>
                  </a:cubicBezTo>
                  <a:cubicBezTo>
                    <a:pt x="134" y="18"/>
                    <a:pt x="133" y="19"/>
                    <a:pt x="132" y="19"/>
                  </a:cubicBezTo>
                  <a:cubicBezTo>
                    <a:pt x="130" y="19"/>
                    <a:pt x="128" y="18"/>
                    <a:pt x="126" y="18"/>
                  </a:cubicBezTo>
                  <a:cubicBezTo>
                    <a:pt x="125" y="18"/>
                    <a:pt x="124" y="19"/>
                    <a:pt x="123" y="19"/>
                  </a:cubicBezTo>
                  <a:cubicBezTo>
                    <a:pt x="122" y="19"/>
                    <a:pt x="121" y="18"/>
                    <a:pt x="121" y="18"/>
                  </a:cubicBezTo>
                  <a:cubicBezTo>
                    <a:pt x="120" y="18"/>
                    <a:pt x="119" y="19"/>
                    <a:pt x="118" y="19"/>
                  </a:cubicBezTo>
                  <a:cubicBezTo>
                    <a:pt x="116" y="20"/>
                    <a:pt x="114" y="20"/>
                    <a:pt x="112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27" y="15"/>
                    <a:pt x="144" y="12"/>
                    <a:pt x="162" y="12"/>
                  </a:cubicBezTo>
                  <a:cubicBezTo>
                    <a:pt x="194" y="12"/>
                    <a:pt x="223" y="21"/>
                    <a:pt x="247" y="37"/>
                  </a:cubicBezTo>
                  <a:cubicBezTo>
                    <a:pt x="246" y="38"/>
                    <a:pt x="245" y="39"/>
                    <a:pt x="245" y="40"/>
                  </a:cubicBezTo>
                  <a:cubicBezTo>
                    <a:pt x="244" y="40"/>
                    <a:pt x="243" y="41"/>
                    <a:pt x="243" y="41"/>
                  </a:cubicBezTo>
                  <a:cubicBezTo>
                    <a:pt x="243" y="42"/>
                    <a:pt x="243" y="42"/>
                    <a:pt x="243" y="43"/>
                  </a:cubicBezTo>
                  <a:cubicBezTo>
                    <a:pt x="242" y="44"/>
                    <a:pt x="241" y="46"/>
                    <a:pt x="241" y="47"/>
                  </a:cubicBezTo>
                  <a:cubicBezTo>
                    <a:pt x="241" y="47"/>
                    <a:pt x="242" y="48"/>
                    <a:pt x="241" y="48"/>
                  </a:cubicBezTo>
                  <a:cubicBezTo>
                    <a:pt x="242" y="49"/>
                    <a:pt x="244" y="51"/>
                    <a:pt x="245" y="51"/>
                  </a:cubicBezTo>
                  <a:cubicBezTo>
                    <a:pt x="246" y="52"/>
                    <a:pt x="248" y="52"/>
                    <a:pt x="250" y="51"/>
                  </a:cubicBezTo>
                  <a:cubicBezTo>
                    <a:pt x="249" y="49"/>
                    <a:pt x="248" y="50"/>
                    <a:pt x="247" y="48"/>
                  </a:cubicBezTo>
                  <a:cubicBezTo>
                    <a:pt x="247" y="46"/>
                    <a:pt x="247" y="45"/>
                    <a:pt x="247" y="44"/>
                  </a:cubicBezTo>
                  <a:cubicBezTo>
                    <a:pt x="247" y="43"/>
                    <a:pt x="248" y="43"/>
                    <a:pt x="248" y="42"/>
                  </a:cubicBezTo>
                  <a:cubicBezTo>
                    <a:pt x="249" y="41"/>
                    <a:pt x="250" y="40"/>
                    <a:pt x="250" y="40"/>
                  </a:cubicBezTo>
                  <a:cubicBezTo>
                    <a:pt x="254" y="43"/>
                    <a:pt x="258" y="46"/>
                    <a:pt x="262" y="49"/>
                  </a:cubicBezTo>
                  <a:cubicBezTo>
                    <a:pt x="262" y="50"/>
                    <a:pt x="261" y="50"/>
                    <a:pt x="261" y="51"/>
                  </a:cubicBezTo>
                  <a:cubicBezTo>
                    <a:pt x="261" y="52"/>
                    <a:pt x="262" y="54"/>
                    <a:pt x="261" y="55"/>
                  </a:cubicBezTo>
                  <a:cubicBezTo>
                    <a:pt x="261" y="55"/>
                    <a:pt x="262" y="56"/>
                    <a:pt x="262" y="57"/>
                  </a:cubicBezTo>
                  <a:cubicBezTo>
                    <a:pt x="262" y="56"/>
                    <a:pt x="261" y="56"/>
                    <a:pt x="261" y="56"/>
                  </a:cubicBezTo>
                  <a:cubicBezTo>
                    <a:pt x="261" y="56"/>
                    <a:pt x="260" y="55"/>
                    <a:pt x="260" y="55"/>
                  </a:cubicBezTo>
                  <a:cubicBezTo>
                    <a:pt x="260" y="55"/>
                    <a:pt x="259" y="55"/>
                    <a:pt x="259" y="55"/>
                  </a:cubicBezTo>
                  <a:cubicBezTo>
                    <a:pt x="258" y="54"/>
                    <a:pt x="257" y="54"/>
                    <a:pt x="255" y="54"/>
                  </a:cubicBezTo>
                  <a:cubicBezTo>
                    <a:pt x="254" y="54"/>
                    <a:pt x="252" y="52"/>
                    <a:pt x="252" y="53"/>
                  </a:cubicBezTo>
                  <a:cubicBezTo>
                    <a:pt x="252" y="55"/>
                    <a:pt x="254" y="55"/>
                    <a:pt x="254" y="56"/>
                  </a:cubicBezTo>
                  <a:cubicBezTo>
                    <a:pt x="253" y="57"/>
                    <a:pt x="252" y="57"/>
                    <a:pt x="251" y="57"/>
                  </a:cubicBezTo>
                  <a:cubicBezTo>
                    <a:pt x="249" y="57"/>
                    <a:pt x="248" y="57"/>
                    <a:pt x="247" y="57"/>
                  </a:cubicBezTo>
                  <a:cubicBezTo>
                    <a:pt x="246" y="57"/>
                    <a:pt x="245" y="58"/>
                    <a:pt x="244" y="58"/>
                  </a:cubicBezTo>
                  <a:cubicBezTo>
                    <a:pt x="244" y="58"/>
                    <a:pt x="243" y="58"/>
                    <a:pt x="242" y="59"/>
                  </a:cubicBezTo>
                  <a:cubicBezTo>
                    <a:pt x="242" y="59"/>
                    <a:pt x="241" y="59"/>
                    <a:pt x="241" y="60"/>
                  </a:cubicBezTo>
                  <a:cubicBezTo>
                    <a:pt x="241" y="60"/>
                    <a:pt x="240" y="60"/>
                    <a:pt x="240" y="60"/>
                  </a:cubicBezTo>
                  <a:cubicBezTo>
                    <a:pt x="240" y="60"/>
                    <a:pt x="240" y="60"/>
                    <a:pt x="240" y="60"/>
                  </a:cubicBezTo>
                  <a:cubicBezTo>
                    <a:pt x="240" y="60"/>
                    <a:pt x="239" y="60"/>
                    <a:pt x="239" y="60"/>
                  </a:cubicBezTo>
                  <a:cubicBezTo>
                    <a:pt x="238" y="61"/>
                    <a:pt x="238" y="63"/>
                    <a:pt x="236" y="63"/>
                  </a:cubicBezTo>
                  <a:cubicBezTo>
                    <a:pt x="235" y="62"/>
                    <a:pt x="236" y="59"/>
                    <a:pt x="234" y="59"/>
                  </a:cubicBezTo>
                  <a:cubicBezTo>
                    <a:pt x="232" y="60"/>
                    <a:pt x="234" y="63"/>
                    <a:pt x="232" y="63"/>
                  </a:cubicBezTo>
                  <a:cubicBezTo>
                    <a:pt x="232" y="63"/>
                    <a:pt x="231" y="63"/>
                    <a:pt x="230" y="63"/>
                  </a:cubicBezTo>
                  <a:cubicBezTo>
                    <a:pt x="229" y="64"/>
                    <a:pt x="228" y="65"/>
                    <a:pt x="228" y="65"/>
                  </a:cubicBezTo>
                  <a:cubicBezTo>
                    <a:pt x="228" y="66"/>
                    <a:pt x="228" y="66"/>
                    <a:pt x="228" y="66"/>
                  </a:cubicBezTo>
                  <a:cubicBezTo>
                    <a:pt x="227" y="67"/>
                    <a:pt x="227" y="67"/>
                    <a:pt x="227" y="67"/>
                  </a:cubicBezTo>
                  <a:cubicBezTo>
                    <a:pt x="226" y="68"/>
                    <a:pt x="226" y="69"/>
                    <a:pt x="225" y="69"/>
                  </a:cubicBezTo>
                  <a:cubicBezTo>
                    <a:pt x="224" y="69"/>
                    <a:pt x="221" y="67"/>
                    <a:pt x="222" y="65"/>
                  </a:cubicBezTo>
                  <a:cubicBezTo>
                    <a:pt x="221" y="64"/>
                    <a:pt x="221" y="64"/>
                    <a:pt x="221" y="64"/>
                  </a:cubicBezTo>
                  <a:cubicBezTo>
                    <a:pt x="220" y="63"/>
                    <a:pt x="219" y="63"/>
                    <a:pt x="220" y="62"/>
                  </a:cubicBezTo>
                  <a:cubicBezTo>
                    <a:pt x="221" y="62"/>
                    <a:pt x="223" y="63"/>
                    <a:pt x="224" y="63"/>
                  </a:cubicBezTo>
                  <a:cubicBezTo>
                    <a:pt x="227" y="64"/>
                    <a:pt x="229" y="63"/>
                    <a:pt x="229" y="61"/>
                  </a:cubicBezTo>
                  <a:cubicBezTo>
                    <a:pt x="229" y="60"/>
                    <a:pt x="228" y="59"/>
                    <a:pt x="227" y="58"/>
                  </a:cubicBezTo>
                  <a:cubicBezTo>
                    <a:pt x="227" y="58"/>
                    <a:pt x="227" y="58"/>
                    <a:pt x="227" y="58"/>
                  </a:cubicBezTo>
                  <a:cubicBezTo>
                    <a:pt x="227" y="58"/>
                    <a:pt x="226" y="57"/>
                    <a:pt x="226" y="57"/>
                  </a:cubicBezTo>
                  <a:cubicBezTo>
                    <a:pt x="225" y="56"/>
                    <a:pt x="223" y="55"/>
                    <a:pt x="221" y="55"/>
                  </a:cubicBezTo>
                  <a:cubicBezTo>
                    <a:pt x="221" y="55"/>
                    <a:pt x="221" y="54"/>
                    <a:pt x="220" y="54"/>
                  </a:cubicBezTo>
                  <a:cubicBezTo>
                    <a:pt x="220" y="54"/>
                    <a:pt x="219" y="54"/>
                    <a:pt x="218" y="54"/>
                  </a:cubicBezTo>
                  <a:cubicBezTo>
                    <a:pt x="218" y="54"/>
                    <a:pt x="218" y="53"/>
                    <a:pt x="218" y="53"/>
                  </a:cubicBezTo>
                  <a:cubicBezTo>
                    <a:pt x="217" y="53"/>
                    <a:pt x="217" y="53"/>
                    <a:pt x="217" y="53"/>
                  </a:cubicBezTo>
                  <a:cubicBezTo>
                    <a:pt x="217" y="53"/>
                    <a:pt x="216" y="52"/>
                    <a:pt x="216" y="52"/>
                  </a:cubicBezTo>
                  <a:cubicBezTo>
                    <a:pt x="216" y="52"/>
                    <a:pt x="216" y="52"/>
                    <a:pt x="216" y="52"/>
                  </a:cubicBezTo>
                  <a:cubicBezTo>
                    <a:pt x="215" y="52"/>
                    <a:pt x="215" y="51"/>
                    <a:pt x="215" y="51"/>
                  </a:cubicBezTo>
                  <a:cubicBezTo>
                    <a:pt x="214" y="50"/>
                    <a:pt x="213" y="49"/>
                    <a:pt x="212" y="48"/>
                  </a:cubicBezTo>
                  <a:cubicBezTo>
                    <a:pt x="209" y="48"/>
                    <a:pt x="205" y="48"/>
                    <a:pt x="204" y="49"/>
                  </a:cubicBezTo>
                  <a:cubicBezTo>
                    <a:pt x="203" y="50"/>
                    <a:pt x="201" y="49"/>
                    <a:pt x="200" y="50"/>
                  </a:cubicBezTo>
                  <a:cubicBezTo>
                    <a:pt x="199" y="51"/>
                    <a:pt x="198" y="53"/>
                    <a:pt x="197" y="54"/>
                  </a:cubicBezTo>
                  <a:cubicBezTo>
                    <a:pt x="195" y="55"/>
                    <a:pt x="193" y="55"/>
                    <a:pt x="193" y="58"/>
                  </a:cubicBezTo>
                  <a:cubicBezTo>
                    <a:pt x="193" y="59"/>
                    <a:pt x="195" y="58"/>
                    <a:pt x="195" y="60"/>
                  </a:cubicBezTo>
                  <a:cubicBezTo>
                    <a:pt x="193" y="62"/>
                    <a:pt x="191" y="65"/>
                    <a:pt x="188" y="68"/>
                  </a:cubicBezTo>
                  <a:cubicBezTo>
                    <a:pt x="186" y="68"/>
                    <a:pt x="185" y="70"/>
                    <a:pt x="183" y="72"/>
                  </a:cubicBezTo>
                  <a:cubicBezTo>
                    <a:pt x="182" y="73"/>
                    <a:pt x="181" y="73"/>
                    <a:pt x="180" y="74"/>
                  </a:cubicBezTo>
                  <a:cubicBezTo>
                    <a:pt x="180" y="78"/>
                    <a:pt x="180" y="82"/>
                    <a:pt x="183" y="84"/>
                  </a:cubicBezTo>
                  <a:cubicBezTo>
                    <a:pt x="183" y="84"/>
                    <a:pt x="183" y="84"/>
                    <a:pt x="184" y="84"/>
                  </a:cubicBezTo>
                  <a:cubicBezTo>
                    <a:pt x="184" y="84"/>
                    <a:pt x="185" y="83"/>
                    <a:pt x="185" y="83"/>
                  </a:cubicBezTo>
                  <a:cubicBezTo>
                    <a:pt x="186" y="83"/>
                    <a:pt x="186" y="83"/>
                    <a:pt x="187" y="83"/>
                  </a:cubicBezTo>
                  <a:cubicBezTo>
                    <a:pt x="187" y="83"/>
                    <a:pt x="187" y="83"/>
                    <a:pt x="187" y="83"/>
                  </a:cubicBezTo>
                  <a:cubicBezTo>
                    <a:pt x="188" y="82"/>
                    <a:pt x="188" y="83"/>
                    <a:pt x="188" y="83"/>
                  </a:cubicBezTo>
                  <a:cubicBezTo>
                    <a:pt x="189" y="83"/>
                    <a:pt x="189" y="84"/>
                    <a:pt x="189" y="84"/>
                  </a:cubicBezTo>
                  <a:cubicBezTo>
                    <a:pt x="190" y="85"/>
                    <a:pt x="190" y="85"/>
                    <a:pt x="190" y="86"/>
                  </a:cubicBezTo>
                  <a:cubicBezTo>
                    <a:pt x="191" y="87"/>
                    <a:pt x="191" y="89"/>
                    <a:pt x="192" y="90"/>
                  </a:cubicBezTo>
                  <a:cubicBezTo>
                    <a:pt x="193" y="90"/>
                    <a:pt x="194" y="89"/>
                    <a:pt x="195" y="88"/>
                  </a:cubicBezTo>
                  <a:cubicBezTo>
                    <a:pt x="195" y="88"/>
                    <a:pt x="196" y="88"/>
                    <a:pt x="196" y="88"/>
                  </a:cubicBezTo>
                  <a:cubicBezTo>
                    <a:pt x="197" y="86"/>
                    <a:pt x="196" y="85"/>
                    <a:pt x="197" y="83"/>
                  </a:cubicBezTo>
                  <a:cubicBezTo>
                    <a:pt x="197" y="82"/>
                    <a:pt x="199" y="82"/>
                    <a:pt x="199" y="81"/>
                  </a:cubicBezTo>
                  <a:cubicBezTo>
                    <a:pt x="198" y="79"/>
                    <a:pt x="197" y="79"/>
                    <a:pt x="197" y="77"/>
                  </a:cubicBezTo>
                  <a:cubicBezTo>
                    <a:pt x="197" y="77"/>
                    <a:pt x="197" y="76"/>
                    <a:pt x="197" y="74"/>
                  </a:cubicBezTo>
                  <a:cubicBezTo>
                    <a:pt x="198" y="72"/>
                    <a:pt x="199" y="70"/>
                    <a:pt x="201" y="70"/>
                  </a:cubicBezTo>
                  <a:cubicBezTo>
                    <a:pt x="202" y="69"/>
                    <a:pt x="202" y="69"/>
                    <a:pt x="203" y="68"/>
                  </a:cubicBezTo>
                  <a:cubicBezTo>
                    <a:pt x="203" y="67"/>
                    <a:pt x="203" y="65"/>
                    <a:pt x="203" y="65"/>
                  </a:cubicBezTo>
                  <a:cubicBezTo>
                    <a:pt x="203" y="65"/>
                    <a:pt x="203" y="65"/>
                    <a:pt x="203" y="65"/>
                  </a:cubicBezTo>
                  <a:cubicBezTo>
                    <a:pt x="204" y="63"/>
                    <a:pt x="207" y="63"/>
                    <a:pt x="208" y="65"/>
                  </a:cubicBezTo>
                  <a:cubicBezTo>
                    <a:pt x="208" y="65"/>
                    <a:pt x="207" y="66"/>
                    <a:pt x="207" y="67"/>
                  </a:cubicBezTo>
                  <a:cubicBezTo>
                    <a:pt x="206" y="69"/>
                    <a:pt x="204" y="70"/>
                    <a:pt x="203" y="72"/>
                  </a:cubicBezTo>
                  <a:cubicBezTo>
                    <a:pt x="204" y="73"/>
                    <a:pt x="204" y="74"/>
                    <a:pt x="204" y="76"/>
                  </a:cubicBezTo>
                  <a:cubicBezTo>
                    <a:pt x="205" y="77"/>
                    <a:pt x="205" y="79"/>
                    <a:pt x="207" y="79"/>
                  </a:cubicBezTo>
                  <a:cubicBezTo>
                    <a:pt x="208" y="79"/>
                    <a:pt x="208" y="78"/>
                    <a:pt x="210" y="78"/>
                  </a:cubicBezTo>
                  <a:cubicBezTo>
                    <a:pt x="210" y="77"/>
                    <a:pt x="211" y="77"/>
                    <a:pt x="211" y="77"/>
                  </a:cubicBezTo>
                  <a:cubicBezTo>
                    <a:pt x="211" y="77"/>
                    <a:pt x="212" y="77"/>
                    <a:pt x="212" y="77"/>
                  </a:cubicBezTo>
                  <a:cubicBezTo>
                    <a:pt x="212" y="77"/>
                    <a:pt x="212" y="77"/>
                    <a:pt x="213" y="77"/>
                  </a:cubicBezTo>
                  <a:cubicBezTo>
                    <a:pt x="214" y="76"/>
                    <a:pt x="214" y="76"/>
                    <a:pt x="215" y="75"/>
                  </a:cubicBezTo>
                  <a:cubicBezTo>
                    <a:pt x="216" y="75"/>
                    <a:pt x="216" y="75"/>
                    <a:pt x="217" y="76"/>
                  </a:cubicBezTo>
                  <a:cubicBezTo>
                    <a:pt x="217" y="76"/>
                    <a:pt x="218" y="76"/>
                    <a:pt x="217" y="77"/>
                  </a:cubicBezTo>
                  <a:cubicBezTo>
                    <a:pt x="217" y="78"/>
                    <a:pt x="216" y="78"/>
                    <a:pt x="215" y="79"/>
                  </a:cubicBezTo>
                  <a:cubicBezTo>
                    <a:pt x="215" y="79"/>
                    <a:pt x="214" y="80"/>
                    <a:pt x="214" y="80"/>
                  </a:cubicBezTo>
                  <a:cubicBezTo>
                    <a:pt x="214" y="80"/>
                    <a:pt x="213" y="80"/>
                    <a:pt x="213" y="80"/>
                  </a:cubicBezTo>
                  <a:cubicBezTo>
                    <a:pt x="212" y="80"/>
                    <a:pt x="211" y="80"/>
                    <a:pt x="211" y="81"/>
                  </a:cubicBezTo>
                  <a:cubicBezTo>
                    <a:pt x="210" y="81"/>
                    <a:pt x="210" y="82"/>
                    <a:pt x="209" y="82"/>
                  </a:cubicBezTo>
                  <a:cubicBezTo>
                    <a:pt x="208" y="82"/>
                    <a:pt x="207" y="82"/>
                    <a:pt x="207" y="82"/>
                  </a:cubicBezTo>
                  <a:cubicBezTo>
                    <a:pt x="206" y="83"/>
                    <a:pt x="207" y="85"/>
                    <a:pt x="206" y="86"/>
                  </a:cubicBezTo>
                  <a:cubicBezTo>
                    <a:pt x="205" y="87"/>
                    <a:pt x="205" y="85"/>
                    <a:pt x="204" y="86"/>
                  </a:cubicBezTo>
                  <a:cubicBezTo>
                    <a:pt x="203" y="87"/>
                    <a:pt x="203" y="88"/>
                    <a:pt x="202" y="89"/>
                  </a:cubicBezTo>
                  <a:cubicBezTo>
                    <a:pt x="202" y="90"/>
                    <a:pt x="200" y="91"/>
                    <a:pt x="200" y="92"/>
                  </a:cubicBezTo>
                  <a:cubicBezTo>
                    <a:pt x="198" y="93"/>
                    <a:pt x="197" y="93"/>
                    <a:pt x="196" y="93"/>
                  </a:cubicBezTo>
                  <a:cubicBezTo>
                    <a:pt x="195" y="94"/>
                    <a:pt x="195" y="94"/>
                    <a:pt x="195" y="94"/>
                  </a:cubicBezTo>
                  <a:cubicBezTo>
                    <a:pt x="194" y="94"/>
                    <a:pt x="193" y="94"/>
                    <a:pt x="192" y="94"/>
                  </a:cubicBezTo>
                  <a:cubicBezTo>
                    <a:pt x="191" y="94"/>
                    <a:pt x="191" y="95"/>
                    <a:pt x="190" y="95"/>
                  </a:cubicBezTo>
                  <a:cubicBezTo>
                    <a:pt x="189" y="95"/>
                    <a:pt x="188" y="95"/>
                    <a:pt x="186" y="95"/>
                  </a:cubicBezTo>
                  <a:cubicBezTo>
                    <a:pt x="186" y="95"/>
                    <a:pt x="185" y="96"/>
                    <a:pt x="184" y="96"/>
                  </a:cubicBezTo>
                  <a:cubicBezTo>
                    <a:pt x="183" y="96"/>
                    <a:pt x="181" y="96"/>
                    <a:pt x="181" y="96"/>
                  </a:cubicBezTo>
                  <a:cubicBezTo>
                    <a:pt x="180" y="96"/>
                    <a:pt x="180" y="97"/>
                    <a:pt x="179" y="97"/>
                  </a:cubicBezTo>
                  <a:cubicBezTo>
                    <a:pt x="179" y="98"/>
                    <a:pt x="179" y="99"/>
                    <a:pt x="179" y="99"/>
                  </a:cubicBezTo>
                  <a:cubicBezTo>
                    <a:pt x="178" y="100"/>
                    <a:pt x="177" y="100"/>
                    <a:pt x="177" y="101"/>
                  </a:cubicBezTo>
                  <a:cubicBezTo>
                    <a:pt x="175" y="102"/>
                    <a:pt x="174" y="103"/>
                    <a:pt x="173" y="105"/>
                  </a:cubicBezTo>
                  <a:cubicBezTo>
                    <a:pt x="172" y="105"/>
                    <a:pt x="170" y="106"/>
                    <a:pt x="169" y="106"/>
                  </a:cubicBezTo>
                  <a:cubicBezTo>
                    <a:pt x="168" y="106"/>
                    <a:pt x="166" y="106"/>
                    <a:pt x="166" y="107"/>
                  </a:cubicBezTo>
                  <a:cubicBezTo>
                    <a:pt x="166" y="108"/>
                    <a:pt x="168" y="109"/>
                    <a:pt x="169" y="110"/>
                  </a:cubicBezTo>
                  <a:cubicBezTo>
                    <a:pt x="169" y="111"/>
                    <a:pt x="170" y="111"/>
                    <a:pt x="170" y="112"/>
                  </a:cubicBezTo>
                  <a:cubicBezTo>
                    <a:pt x="171" y="113"/>
                    <a:pt x="171" y="113"/>
                    <a:pt x="171" y="114"/>
                  </a:cubicBezTo>
                  <a:cubicBezTo>
                    <a:pt x="171" y="115"/>
                    <a:pt x="171" y="117"/>
                    <a:pt x="170" y="118"/>
                  </a:cubicBezTo>
                  <a:cubicBezTo>
                    <a:pt x="167" y="118"/>
                    <a:pt x="163" y="117"/>
                    <a:pt x="160" y="118"/>
                  </a:cubicBezTo>
                  <a:cubicBezTo>
                    <a:pt x="160" y="118"/>
                    <a:pt x="160" y="119"/>
                    <a:pt x="159" y="119"/>
                  </a:cubicBezTo>
                  <a:cubicBezTo>
                    <a:pt x="159" y="121"/>
                    <a:pt x="160" y="122"/>
                    <a:pt x="160" y="124"/>
                  </a:cubicBezTo>
                  <a:cubicBezTo>
                    <a:pt x="160" y="125"/>
                    <a:pt x="159" y="126"/>
                    <a:pt x="159" y="127"/>
                  </a:cubicBezTo>
                  <a:cubicBezTo>
                    <a:pt x="159" y="128"/>
                    <a:pt x="159" y="130"/>
                    <a:pt x="160" y="131"/>
                  </a:cubicBezTo>
                  <a:cubicBezTo>
                    <a:pt x="161" y="131"/>
                    <a:pt x="161" y="132"/>
                    <a:pt x="162" y="132"/>
                  </a:cubicBezTo>
                  <a:cubicBezTo>
                    <a:pt x="163" y="132"/>
                    <a:pt x="164" y="133"/>
                    <a:pt x="165" y="134"/>
                  </a:cubicBezTo>
                  <a:cubicBezTo>
                    <a:pt x="166" y="133"/>
                    <a:pt x="166" y="132"/>
                    <a:pt x="168" y="132"/>
                  </a:cubicBezTo>
                  <a:cubicBezTo>
                    <a:pt x="169" y="132"/>
                    <a:pt x="169" y="131"/>
                    <a:pt x="170" y="131"/>
                  </a:cubicBezTo>
                  <a:cubicBezTo>
                    <a:pt x="170" y="131"/>
                    <a:pt x="170" y="131"/>
                    <a:pt x="170" y="131"/>
                  </a:cubicBezTo>
                  <a:cubicBezTo>
                    <a:pt x="171" y="130"/>
                    <a:pt x="172" y="130"/>
                    <a:pt x="172" y="129"/>
                  </a:cubicBezTo>
                  <a:cubicBezTo>
                    <a:pt x="172" y="129"/>
                    <a:pt x="172" y="129"/>
                    <a:pt x="172" y="129"/>
                  </a:cubicBezTo>
                  <a:cubicBezTo>
                    <a:pt x="173" y="128"/>
                    <a:pt x="173" y="127"/>
                    <a:pt x="173" y="125"/>
                  </a:cubicBezTo>
                  <a:cubicBezTo>
                    <a:pt x="174" y="124"/>
                    <a:pt x="174" y="123"/>
                    <a:pt x="175" y="123"/>
                  </a:cubicBezTo>
                  <a:cubicBezTo>
                    <a:pt x="175" y="123"/>
                    <a:pt x="176" y="122"/>
                    <a:pt x="176" y="122"/>
                  </a:cubicBezTo>
                  <a:cubicBezTo>
                    <a:pt x="177" y="122"/>
                    <a:pt x="177" y="121"/>
                    <a:pt x="177" y="121"/>
                  </a:cubicBezTo>
                  <a:cubicBezTo>
                    <a:pt x="177" y="119"/>
                    <a:pt x="178" y="118"/>
                    <a:pt x="179" y="118"/>
                  </a:cubicBezTo>
                  <a:cubicBezTo>
                    <a:pt x="180" y="118"/>
                    <a:pt x="181" y="119"/>
                    <a:pt x="182" y="119"/>
                  </a:cubicBezTo>
                  <a:cubicBezTo>
                    <a:pt x="183" y="118"/>
                    <a:pt x="184" y="117"/>
                    <a:pt x="186" y="116"/>
                  </a:cubicBezTo>
                  <a:cubicBezTo>
                    <a:pt x="187" y="117"/>
                    <a:pt x="188" y="118"/>
                    <a:pt x="188" y="119"/>
                  </a:cubicBezTo>
                  <a:cubicBezTo>
                    <a:pt x="189" y="121"/>
                    <a:pt x="190" y="122"/>
                    <a:pt x="191" y="123"/>
                  </a:cubicBezTo>
                  <a:cubicBezTo>
                    <a:pt x="193" y="124"/>
                    <a:pt x="195" y="125"/>
                    <a:pt x="195" y="128"/>
                  </a:cubicBezTo>
                  <a:cubicBezTo>
                    <a:pt x="195" y="128"/>
                    <a:pt x="195" y="129"/>
                    <a:pt x="194" y="129"/>
                  </a:cubicBezTo>
                  <a:cubicBezTo>
                    <a:pt x="194" y="130"/>
                    <a:pt x="193" y="129"/>
                    <a:pt x="193" y="130"/>
                  </a:cubicBezTo>
                  <a:cubicBezTo>
                    <a:pt x="193" y="131"/>
                    <a:pt x="194" y="131"/>
                    <a:pt x="194" y="132"/>
                  </a:cubicBezTo>
                  <a:cubicBezTo>
                    <a:pt x="195" y="131"/>
                    <a:pt x="195" y="131"/>
                    <a:pt x="195" y="130"/>
                  </a:cubicBezTo>
                  <a:cubicBezTo>
                    <a:pt x="196" y="130"/>
                    <a:pt x="197" y="130"/>
                    <a:pt x="197" y="129"/>
                  </a:cubicBezTo>
                  <a:cubicBezTo>
                    <a:pt x="197" y="128"/>
                    <a:pt x="197" y="127"/>
                    <a:pt x="197" y="126"/>
                  </a:cubicBezTo>
                  <a:cubicBezTo>
                    <a:pt x="197" y="126"/>
                    <a:pt x="199" y="126"/>
                    <a:pt x="199" y="125"/>
                  </a:cubicBezTo>
                  <a:cubicBezTo>
                    <a:pt x="198" y="123"/>
                    <a:pt x="196" y="123"/>
                    <a:pt x="195" y="122"/>
                  </a:cubicBezTo>
                  <a:cubicBezTo>
                    <a:pt x="195" y="122"/>
                    <a:pt x="195" y="122"/>
                    <a:pt x="195" y="122"/>
                  </a:cubicBezTo>
                  <a:cubicBezTo>
                    <a:pt x="195" y="121"/>
                    <a:pt x="195" y="122"/>
                    <a:pt x="194" y="121"/>
                  </a:cubicBezTo>
                  <a:cubicBezTo>
                    <a:pt x="193" y="121"/>
                    <a:pt x="193" y="120"/>
                    <a:pt x="193" y="119"/>
                  </a:cubicBezTo>
                  <a:cubicBezTo>
                    <a:pt x="192" y="118"/>
                    <a:pt x="189" y="116"/>
                    <a:pt x="191" y="114"/>
                  </a:cubicBezTo>
                  <a:cubicBezTo>
                    <a:pt x="193" y="115"/>
                    <a:pt x="194" y="117"/>
                    <a:pt x="196" y="118"/>
                  </a:cubicBezTo>
                  <a:cubicBezTo>
                    <a:pt x="197" y="119"/>
                    <a:pt x="197" y="119"/>
                    <a:pt x="198" y="120"/>
                  </a:cubicBezTo>
                  <a:cubicBezTo>
                    <a:pt x="199" y="120"/>
                    <a:pt x="200" y="121"/>
                    <a:pt x="201" y="122"/>
                  </a:cubicBezTo>
                  <a:cubicBezTo>
                    <a:pt x="201" y="123"/>
                    <a:pt x="201" y="124"/>
                    <a:pt x="201" y="125"/>
                  </a:cubicBezTo>
                  <a:cubicBezTo>
                    <a:pt x="201" y="126"/>
                    <a:pt x="202" y="127"/>
                    <a:pt x="202" y="128"/>
                  </a:cubicBezTo>
                  <a:cubicBezTo>
                    <a:pt x="203" y="129"/>
                    <a:pt x="203" y="132"/>
                    <a:pt x="205" y="132"/>
                  </a:cubicBezTo>
                  <a:cubicBezTo>
                    <a:pt x="206" y="131"/>
                    <a:pt x="208" y="132"/>
                    <a:pt x="208" y="130"/>
                  </a:cubicBezTo>
                  <a:cubicBezTo>
                    <a:pt x="209" y="128"/>
                    <a:pt x="206" y="128"/>
                    <a:pt x="206" y="126"/>
                  </a:cubicBezTo>
                  <a:cubicBezTo>
                    <a:pt x="207" y="125"/>
                    <a:pt x="208" y="124"/>
                    <a:pt x="209" y="124"/>
                  </a:cubicBezTo>
                  <a:cubicBezTo>
                    <a:pt x="210" y="124"/>
                    <a:pt x="211" y="125"/>
                    <a:pt x="211" y="126"/>
                  </a:cubicBezTo>
                  <a:cubicBezTo>
                    <a:pt x="212" y="128"/>
                    <a:pt x="212" y="130"/>
                    <a:pt x="212" y="131"/>
                  </a:cubicBezTo>
                  <a:cubicBezTo>
                    <a:pt x="213" y="131"/>
                    <a:pt x="213" y="131"/>
                    <a:pt x="213" y="132"/>
                  </a:cubicBezTo>
                  <a:cubicBezTo>
                    <a:pt x="214" y="132"/>
                    <a:pt x="214" y="132"/>
                    <a:pt x="214" y="133"/>
                  </a:cubicBezTo>
                  <a:cubicBezTo>
                    <a:pt x="214" y="133"/>
                    <a:pt x="215" y="133"/>
                    <a:pt x="215" y="133"/>
                  </a:cubicBezTo>
                  <a:cubicBezTo>
                    <a:pt x="216" y="134"/>
                    <a:pt x="217" y="133"/>
                    <a:pt x="218" y="133"/>
                  </a:cubicBezTo>
                  <a:cubicBezTo>
                    <a:pt x="219" y="133"/>
                    <a:pt x="220" y="134"/>
                    <a:pt x="221" y="134"/>
                  </a:cubicBezTo>
                  <a:cubicBezTo>
                    <a:pt x="222" y="134"/>
                    <a:pt x="223" y="133"/>
                    <a:pt x="224" y="133"/>
                  </a:cubicBezTo>
                  <a:cubicBezTo>
                    <a:pt x="225" y="133"/>
                    <a:pt x="224" y="134"/>
                    <a:pt x="224" y="135"/>
                  </a:cubicBezTo>
                  <a:cubicBezTo>
                    <a:pt x="225" y="138"/>
                    <a:pt x="224" y="140"/>
                    <a:pt x="224" y="142"/>
                  </a:cubicBezTo>
                  <a:cubicBezTo>
                    <a:pt x="223" y="143"/>
                    <a:pt x="222" y="143"/>
                    <a:pt x="222" y="143"/>
                  </a:cubicBezTo>
                  <a:cubicBezTo>
                    <a:pt x="220" y="144"/>
                    <a:pt x="219" y="143"/>
                    <a:pt x="218" y="143"/>
                  </a:cubicBezTo>
                  <a:cubicBezTo>
                    <a:pt x="217" y="143"/>
                    <a:pt x="217" y="144"/>
                    <a:pt x="216" y="144"/>
                  </a:cubicBezTo>
                  <a:cubicBezTo>
                    <a:pt x="214" y="144"/>
                    <a:pt x="213" y="144"/>
                    <a:pt x="212" y="143"/>
                  </a:cubicBezTo>
                  <a:cubicBezTo>
                    <a:pt x="212" y="143"/>
                    <a:pt x="212" y="143"/>
                    <a:pt x="211" y="143"/>
                  </a:cubicBezTo>
                  <a:cubicBezTo>
                    <a:pt x="211" y="143"/>
                    <a:pt x="210" y="143"/>
                    <a:pt x="210" y="143"/>
                  </a:cubicBezTo>
                  <a:cubicBezTo>
                    <a:pt x="209" y="142"/>
                    <a:pt x="209" y="142"/>
                    <a:pt x="209" y="142"/>
                  </a:cubicBezTo>
                  <a:cubicBezTo>
                    <a:pt x="206" y="141"/>
                    <a:pt x="204" y="140"/>
                    <a:pt x="203" y="140"/>
                  </a:cubicBezTo>
                  <a:cubicBezTo>
                    <a:pt x="202" y="141"/>
                    <a:pt x="202" y="142"/>
                    <a:pt x="201" y="142"/>
                  </a:cubicBezTo>
                  <a:cubicBezTo>
                    <a:pt x="202" y="145"/>
                    <a:pt x="200" y="145"/>
                    <a:pt x="198" y="144"/>
                  </a:cubicBezTo>
                  <a:cubicBezTo>
                    <a:pt x="196" y="144"/>
                    <a:pt x="196" y="143"/>
                    <a:pt x="195" y="142"/>
                  </a:cubicBezTo>
                  <a:cubicBezTo>
                    <a:pt x="194" y="142"/>
                    <a:pt x="194" y="141"/>
                    <a:pt x="193" y="141"/>
                  </a:cubicBezTo>
                  <a:cubicBezTo>
                    <a:pt x="193" y="141"/>
                    <a:pt x="190" y="140"/>
                    <a:pt x="190" y="140"/>
                  </a:cubicBezTo>
                  <a:cubicBezTo>
                    <a:pt x="189" y="139"/>
                    <a:pt x="188" y="139"/>
                    <a:pt x="188" y="138"/>
                  </a:cubicBezTo>
                  <a:cubicBezTo>
                    <a:pt x="188" y="136"/>
                    <a:pt x="189" y="133"/>
                    <a:pt x="188" y="132"/>
                  </a:cubicBezTo>
                  <a:cubicBezTo>
                    <a:pt x="187" y="131"/>
                    <a:pt x="186" y="131"/>
                    <a:pt x="185" y="131"/>
                  </a:cubicBezTo>
                  <a:cubicBezTo>
                    <a:pt x="182" y="132"/>
                    <a:pt x="180" y="132"/>
                    <a:pt x="178" y="132"/>
                  </a:cubicBezTo>
                  <a:cubicBezTo>
                    <a:pt x="177" y="132"/>
                    <a:pt x="176" y="132"/>
                    <a:pt x="175" y="132"/>
                  </a:cubicBezTo>
                  <a:cubicBezTo>
                    <a:pt x="174" y="132"/>
                    <a:pt x="174" y="133"/>
                    <a:pt x="174" y="133"/>
                  </a:cubicBezTo>
                  <a:cubicBezTo>
                    <a:pt x="173" y="133"/>
                    <a:pt x="172" y="134"/>
                    <a:pt x="171" y="134"/>
                  </a:cubicBezTo>
                  <a:cubicBezTo>
                    <a:pt x="170" y="134"/>
                    <a:pt x="170" y="135"/>
                    <a:pt x="169" y="135"/>
                  </a:cubicBezTo>
                  <a:cubicBezTo>
                    <a:pt x="168" y="135"/>
                    <a:pt x="167" y="135"/>
                    <a:pt x="166" y="135"/>
                  </a:cubicBezTo>
                  <a:cubicBezTo>
                    <a:pt x="166" y="135"/>
                    <a:pt x="165" y="134"/>
                    <a:pt x="164" y="134"/>
                  </a:cubicBezTo>
                  <a:cubicBezTo>
                    <a:pt x="163" y="135"/>
                    <a:pt x="163" y="137"/>
                    <a:pt x="162" y="138"/>
                  </a:cubicBezTo>
                  <a:cubicBezTo>
                    <a:pt x="162" y="138"/>
                    <a:pt x="161" y="139"/>
                    <a:pt x="160" y="139"/>
                  </a:cubicBezTo>
                  <a:cubicBezTo>
                    <a:pt x="159" y="140"/>
                    <a:pt x="159" y="140"/>
                    <a:pt x="158" y="142"/>
                  </a:cubicBezTo>
                  <a:cubicBezTo>
                    <a:pt x="158" y="142"/>
                    <a:pt x="158" y="143"/>
                    <a:pt x="158" y="143"/>
                  </a:cubicBezTo>
                  <a:cubicBezTo>
                    <a:pt x="158" y="144"/>
                    <a:pt x="158" y="145"/>
                    <a:pt x="158" y="146"/>
                  </a:cubicBezTo>
                  <a:cubicBezTo>
                    <a:pt x="158" y="147"/>
                    <a:pt x="155" y="149"/>
                    <a:pt x="155" y="150"/>
                  </a:cubicBezTo>
                  <a:cubicBezTo>
                    <a:pt x="154" y="151"/>
                    <a:pt x="154" y="151"/>
                    <a:pt x="154" y="151"/>
                  </a:cubicBezTo>
                  <a:cubicBezTo>
                    <a:pt x="153" y="152"/>
                    <a:pt x="152" y="152"/>
                    <a:pt x="151" y="153"/>
                  </a:cubicBezTo>
                  <a:cubicBezTo>
                    <a:pt x="151" y="154"/>
                    <a:pt x="151" y="154"/>
                    <a:pt x="150" y="155"/>
                  </a:cubicBezTo>
                  <a:cubicBezTo>
                    <a:pt x="149" y="156"/>
                    <a:pt x="149" y="157"/>
                    <a:pt x="148" y="158"/>
                  </a:cubicBezTo>
                  <a:cubicBezTo>
                    <a:pt x="148" y="160"/>
                    <a:pt x="147" y="160"/>
                    <a:pt x="147" y="162"/>
                  </a:cubicBezTo>
                  <a:cubicBezTo>
                    <a:pt x="147" y="164"/>
                    <a:pt x="147" y="164"/>
                    <a:pt x="147" y="166"/>
                  </a:cubicBezTo>
                  <a:cubicBezTo>
                    <a:pt x="148" y="167"/>
                    <a:pt x="148" y="169"/>
                    <a:pt x="148" y="172"/>
                  </a:cubicBezTo>
                  <a:cubicBezTo>
                    <a:pt x="148" y="173"/>
                    <a:pt x="147" y="175"/>
                    <a:pt x="147" y="176"/>
                  </a:cubicBezTo>
                  <a:cubicBezTo>
                    <a:pt x="147" y="176"/>
                    <a:pt x="148" y="179"/>
                    <a:pt x="148" y="180"/>
                  </a:cubicBezTo>
                  <a:cubicBezTo>
                    <a:pt x="148" y="180"/>
                    <a:pt x="149" y="181"/>
                    <a:pt x="149" y="181"/>
                  </a:cubicBezTo>
                  <a:cubicBezTo>
                    <a:pt x="149" y="181"/>
                    <a:pt x="149" y="181"/>
                    <a:pt x="149" y="182"/>
                  </a:cubicBezTo>
                  <a:cubicBezTo>
                    <a:pt x="149" y="182"/>
                    <a:pt x="150" y="182"/>
                    <a:pt x="150" y="182"/>
                  </a:cubicBezTo>
                  <a:cubicBezTo>
                    <a:pt x="150" y="182"/>
                    <a:pt x="150" y="182"/>
                    <a:pt x="150" y="183"/>
                  </a:cubicBezTo>
                  <a:cubicBezTo>
                    <a:pt x="150" y="183"/>
                    <a:pt x="150" y="183"/>
                    <a:pt x="150" y="183"/>
                  </a:cubicBezTo>
                  <a:cubicBezTo>
                    <a:pt x="151" y="183"/>
                    <a:pt x="151" y="184"/>
                    <a:pt x="151" y="185"/>
                  </a:cubicBezTo>
                  <a:cubicBezTo>
                    <a:pt x="152" y="186"/>
                    <a:pt x="152" y="187"/>
                    <a:pt x="153" y="188"/>
                  </a:cubicBezTo>
                  <a:cubicBezTo>
                    <a:pt x="154" y="190"/>
                    <a:pt x="156" y="191"/>
                    <a:pt x="157" y="192"/>
                  </a:cubicBezTo>
                  <a:cubicBezTo>
                    <a:pt x="158" y="194"/>
                    <a:pt x="159" y="195"/>
                    <a:pt x="161" y="195"/>
                  </a:cubicBezTo>
                  <a:cubicBezTo>
                    <a:pt x="162" y="195"/>
                    <a:pt x="163" y="194"/>
                    <a:pt x="165" y="194"/>
                  </a:cubicBezTo>
                  <a:cubicBezTo>
                    <a:pt x="166" y="194"/>
                    <a:pt x="166" y="194"/>
                    <a:pt x="168" y="195"/>
                  </a:cubicBezTo>
                  <a:cubicBezTo>
                    <a:pt x="169" y="194"/>
                    <a:pt x="172" y="193"/>
                    <a:pt x="174" y="193"/>
                  </a:cubicBezTo>
                  <a:cubicBezTo>
                    <a:pt x="175" y="192"/>
                    <a:pt x="176" y="191"/>
                    <a:pt x="178" y="191"/>
                  </a:cubicBezTo>
                  <a:cubicBezTo>
                    <a:pt x="180" y="192"/>
                    <a:pt x="180" y="194"/>
                    <a:pt x="181" y="195"/>
                  </a:cubicBezTo>
                  <a:cubicBezTo>
                    <a:pt x="183" y="196"/>
                    <a:pt x="183" y="195"/>
                    <a:pt x="184" y="195"/>
                  </a:cubicBezTo>
                  <a:cubicBezTo>
                    <a:pt x="187" y="196"/>
                    <a:pt x="187" y="198"/>
                    <a:pt x="186" y="200"/>
                  </a:cubicBezTo>
                  <a:cubicBezTo>
                    <a:pt x="186" y="201"/>
                    <a:pt x="186" y="201"/>
                    <a:pt x="186" y="202"/>
                  </a:cubicBezTo>
                  <a:cubicBezTo>
                    <a:pt x="186" y="203"/>
                    <a:pt x="185" y="204"/>
                    <a:pt x="185" y="206"/>
                  </a:cubicBezTo>
                  <a:cubicBezTo>
                    <a:pt x="186" y="207"/>
                    <a:pt x="187" y="208"/>
                    <a:pt x="188" y="209"/>
                  </a:cubicBezTo>
                  <a:cubicBezTo>
                    <a:pt x="189" y="212"/>
                    <a:pt x="190" y="214"/>
                    <a:pt x="191" y="217"/>
                  </a:cubicBezTo>
                  <a:cubicBezTo>
                    <a:pt x="192" y="219"/>
                    <a:pt x="191" y="220"/>
                    <a:pt x="192" y="222"/>
                  </a:cubicBezTo>
                  <a:cubicBezTo>
                    <a:pt x="192" y="223"/>
                    <a:pt x="192" y="224"/>
                    <a:pt x="192" y="226"/>
                  </a:cubicBezTo>
                  <a:cubicBezTo>
                    <a:pt x="192" y="227"/>
                    <a:pt x="191" y="228"/>
                    <a:pt x="191" y="230"/>
                  </a:cubicBezTo>
                  <a:cubicBezTo>
                    <a:pt x="190" y="230"/>
                    <a:pt x="191" y="231"/>
                    <a:pt x="190" y="231"/>
                  </a:cubicBezTo>
                  <a:cubicBezTo>
                    <a:pt x="190" y="232"/>
                    <a:pt x="190" y="233"/>
                    <a:pt x="189" y="233"/>
                  </a:cubicBezTo>
                  <a:cubicBezTo>
                    <a:pt x="189" y="235"/>
                    <a:pt x="190" y="236"/>
                    <a:pt x="189" y="238"/>
                  </a:cubicBezTo>
                  <a:cubicBezTo>
                    <a:pt x="191" y="239"/>
                    <a:pt x="191" y="241"/>
                    <a:pt x="191" y="243"/>
                  </a:cubicBezTo>
                  <a:cubicBezTo>
                    <a:pt x="192" y="244"/>
                    <a:pt x="192" y="244"/>
                    <a:pt x="193" y="245"/>
                  </a:cubicBezTo>
                  <a:cubicBezTo>
                    <a:pt x="193" y="248"/>
                    <a:pt x="193" y="251"/>
                    <a:pt x="194" y="254"/>
                  </a:cubicBezTo>
                  <a:cubicBezTo>
                    <a:pt x="194" y="256"/>
                    <a:pt x="194" y="257"/>
                    <a:pt x="195" y="258"/>
                  </a:cubicBezTo>
                  <a:cubicBezTo>
                    <a:pt x="196" y="258"/>
                    <a:pt x="196" y="259"/>
                    <a:pt x="196" y="260"/>
                  </a:cubicBezTo>
                  <a:cubicBezTo>
                    <a:pt x="197" y="261"/>
                    <a:pt x="197" y="262"/>
                    <a:pt x="197" y="262"/>
                  </a:cubicBezTo>
                  <a:cubicBezTo>
                    <a:pt x="197" y="263"/>
                    <a:pt x="198" y="264"/>
                    <a:pt x="198" y="265"/>
                  </a:cubicBezTo>
                  <a:cubicBezTo>
                    <a:pt x="198" y="266"/>
                    <a:pt x="197" y="267"/>
                    <a:pt x="197" y="268"/>
                  </a:cubicBezTo>
                  <a:cubicBezTo>
                    <a:pt x="197" y="269"/>
                    <a:pt x="198" y="270"/>
                    <a:pt x="199" y="270"/>
                  </a:cubicBezTo>
                  <a:cubicBezTo>
                    <a:pt x="200" y="271"/>
                    <a:pt x="202" y="269"/>
                    <a:pt x="204" y="269"/>
                  </a:cubicBezTo>
                  <a:cubicBezTo>
                    <a:pt x="207" y="269"/>
                    <a:pt x="207" y="269"/>
                    <a:pt x="209" y="269"/>
                  </a:cubicBezTo>
                  <a:cubicBezTo>
                    <a:pt x="210" y="268"/>
                    <a:pt x="210" y="268"/>
                    <a:pt x="211" y="267"/>
                  </a:cubicBezTo>
                  <a:cubicBezTo>
                    <a:pt x="212" y="266"/>
                    <a:pt x="213" y="265"/>
                    <a:pt x="214" y="263"/>
                  </a:cubicBezTo>
                  <a:cubicBezTo>
                    <a:pt x="214" y="263"/>
                    <a:pt x="215" y="263"/>
                    <a:pt x="215" y="262"/>
                  </a:cubicBezTo>
                  <a:cubicBezTo>
                    <a:pt x="215" y="262"/>
                    <a:pt x="215" y="261"/>
                    <a:pt x="216" y="261"/>
                  </a:cubicBezTo>
                  <a:cubicBezTo>
                    <a:pt x="217" y="259"/>
                    <a:pt x="217" y="259"/>
                    <a:pt x="218" y="257"/>
                  </a:cubicBezTo>
                  <a:cubicBezTo>
                    <a:pt x="218" y="256"/>
                    <a:pt x="218" y="254"/>
                    <a:pt x="218" y="253"/>
                  </a:cubicBezTo>
                  <a:cubicBezTo>
                    <a:pt x="219" y="251"/>
                    <a:pt x="221" y="251"/>
                    <a:pt x="222" y="250"/>
                  </a:cubicBezTo>
                  <a:cubicBezTo>
                    <a:pt x="222" y="246"/>
                    <a:pt x="222" y="244"/>
                    <a:pt x="221" y="242"/>
                  </a:cubicBezTo>
                  <a:cubicBezTo>
                    <a:pt x="222" y="240"/>
                    <a:pt x="223" y="239"/>
                    <a:pt x="224" y="238"/>
                  </a:cubicBezTo>
                  <a:cubicBezTo>
                    <a:pt x="225" y="237"/>
                    <a:pt x="226" y="237"/>
                    <a:pt x="227" y="236"/>
                  </a:cubicBezTo>
                  <a:cubicBezTo>
                    <a:pt x="227" y="236"/>
                    <a:pt x="227" y="236"/>
                    <a:pt x="228" y="236"/>
                  </a:cubicBezTo>
                  <a:cubicBezTo>
                    <a:pt x="228" y="236"/>
                    <a:pt x="228" y="236"/>
                    <a:pt x="228" y="236"/>
                  </a:cubicBezTo>
                  <a:cubicBezTo>
                    <a:pt x="229" y="235"/>
                    <a:pt x="229" y="234"/>
                    <a:pt x="230" y="234"/>
                  </a:cubicBezTo>
                  <a:cubicBezTo>
                    <a:pt x="230" y="233"/>
                    <a:pt x="230" y="232"/>
                    <a:pt x="230" y="230"/>
                  </a:cubicBezTo>
                  <a:cubicBezTo>
                    <a:pt x="230" y="228"/>
                    <a:pt x="230" y="226"/>
                    <a:pt x="230" y="223"/>
                  </a:cubicBezTo>
                  <a:cubicBezTo>
                    <a:pt x="230" y="223"/>
                    <a:pt x="229" y="222"/>
                    <a:pt x="229" y="220"/>
                  </a:cubicBezTo>
                  <a:cubicBezTo>
                    <a:pt x="229" y="220"/>
                    <a:pt x="229" y="218"/>
                    <a:pt x="229" y="217"/>
                  </a:cubicBezTo>
                  <a:cubicBezTo>
                    <a:pt x="229" y="216"/>
                    <a:pt x="229" y="215"/>
                    <a:pt x="229" y="214"/>
                  </a:cubicBezTo>
                  <a:cubicBezTo>
                    <a:pt x="229" y="213"/>
                    <a:pt x="229" y="212"/>
                    <a:pt x="230" y="211"/>
                  </a:cubicBezTo>
                  <a:cubicBezTo>
                    <a:pt x="230" y="210"/>
                    <a:pt x="231" y="209"/>
                    <a:pt x="232" y="208"/>
                  </a:cubicBezTo>
                  <a:cubicBezTo>
                    <a:pt x="232" y="208"/>
                    <a:pt x="233" y="207"/>
                    <a:pt x="233" y="206"/>
                  </a:cubicBezTo>
                  <a:cubicBezTo>
                    <a:pt x="233" y="206"/>
                    <a:pt x="233" y="205"/>
                    <a:pt x="234" y="205"/>
                  </a:cubicBezTo>
                  <a:cubicBezTo>
                    <a:pt x="234" y="204"/>
                    <a:pt x="234" y="204"/>
                    <a:pt x="235" y="204"/>
                  </a:cubicBezTo>
                  <a:cubicBezTo>
                    <a:pt x="235" y="203"/>
                    <a:pt x="236" y="202"/>
                    <a:pt x="236" y="201"/>
                  </a:cubicBezTo>
                  <a:cubicBezTo>
                    <a:pt x="236" y="201"/>
                    <a:pt x="237" y="201"/>
                    <a:pt x="237" y="201"/>
                  </a:cubicBezTo>
                  <a:cubicBezTo>
                    <a:pt x="237" y="201"/>
                    <a:pt x="237" y="201"/>
                    <a:pt x="237" y="200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40" y="199"/>
                    <a:pt x="241" y="197"/>
                    <a:pt x="242" y="195"/>
                  </a:cubicBezTo>
                  <a:cubicBezTo>
                    <a:pt x="243" y="195"/>
                    <a:pt x="243" y="194"/>
                    <a:pt x="243" y="194"/>
                  </a:cubicBezTo>
                  <a:cubicBezTo>
                    <a:pt x="243" y="193"/>
                    <a:pt x="244" y="193"/>
                    <a:pt x="244" y="192"/>
                  </a:cubicBezTo>
                  <a:cubicBezTo>
                    <a:pt x="244" y="192"/>
                    <a:pt x="244" y="191"/>
                    <a:pt x="244" y="190"/>
                  </a:cubicBezTo>
                  <a:cubicBezTo>
                    <a:pt x="245" y="188"/>
                    <a:pt x="246" y="187"/>
                    <a:pt x="246" y="186"/>
                  </a:cubicBezTo>
                  <a:cubicBezTo>
                    <a:pt x="247" y="185"/>
                    <a:pt x="247" y="183"/>
                    <a:pt x="247" y="182"/>
                  </a:cubicBezTo>
                  <a:cubicBezTo>
                    <a:pt x="246" y="181"/>
                    <a:pt x="245" y="182"/>
                    <a:pt x="245" y="182"/>
                  </a:cubicBezTo>
                  <a:cubicBezTo>
                    <a:pt x="244" y="182"/>
                    <a:pt x="243" y="182"/>
                    <a:pt x="243" y="182"/>
                  </a:cubicBezTo>
                  <a:cubicBezTo>
                    <a:pt x="242" y="183"/>
                    <a:pt x="241" y="183"/>
                    <a:pt x="240" y="183"/>
                  </a:cubicBezTo>
                  <a:cubicBezTo>
                    <a:pt x="239" y="184"/>
                    <a:pt x="238" y="183"/>
                    <a:pt x="237" y="183"/>
                  </a:cubicBezTo>
                  <a:cubicBezTo>
                    <a:pt x="236" y="183"/>
                    <a:pt x="236" y="182"/>
                    <a:pt x="236" y="181"/>
                  </a:cubicBezTo>
                  <a:cubicBezTo>
                    <a:pt x="236" y="180"/>
                    <a:pt x="237" y="180"/>
                    <a:pt x="238" y="179"/>
                  </a:cubicBezTo>
                  <a:cubicBezTo>
                    <a:pt x="239" y="179"/>
                    <a:pt x="240" y="178"/>
                    <a:pt x="241" y="177"/>
                  </a:cubicBezTo>
                  <a:cubicBezTo>
                    <a:pt x="241" y="177"/>
                    <a:pt x="242" y="177"/>
                    <a:pt x="242" y="177"/>
                  </a:cubicBezTo>
                  <a:cubicBezTo>
                    <a:pt x="244" y="176"/>
                    <a:pt x="245" y="176"/>
                    <a:pt x="245" y="176"/>
                  </a:cubicBezTo>
                  <a:cubicBezTo>
                    <a:pt x="247" y="175"/>
                    <a:pt x="248" y="174"/>
                    <a:pt x="249" y="173"/>
                  </a:cubicBezTo>
                  <a:cubicBezTo>
                    <a:pt x="250" y="172"/>
                    <a:pt x="250" y="172"/>
                    <a:pt x="251" y="171"/>
                  </a:cubicBezTo>
                  <a:cubicBezTo>
                    <a:pt x="251" y="171"/>
                    <a:pt x="252" y="170"/>
                    <a:pt x="252" y="170"/>
                  </a:cubicBezTo>
                  <a:cubicBezTo>
                    <a:pt x="252" y="170"/>
                    <a:pt x="253" y="170"/>
                    <a:pt x="254" y="169"/>
                  </a:cubicBezTo>
                  <a:cubicBezTo>
                    <a:pt x="254" y="169"/>
                    <a:pt x="255" y="168"/>
                    <a:pt x="255" y="167"/>
                  </a:cubicBezTo>
                  <a:cubicBezTo>
                    <a:pt x="256" y="167"/>
                    <a:pt x="256" y="166"/>
                    <a:pt x="257" y="165"/>
                  </a:cubicBezTo>
                  <a:cubicBezTo>
                    <a:pt x="260" y="163"/>
                    <a:pt x="261" y="161"/>
                    <a:pt x="258" y="158"/>
                  </a:cubicBezTo>
                  <a:cubicBezTo>
                    <a:pt x="257" y="158"/>
                    <a:pt x="256" y="158"/>
                    <a:pt x="255" y="157"/>
                  </a:cubicBezTo>
                  <a:cubicBezTo>
                    <a:pt x="255" y="157"/>
                    <a:pt x="254" y="156"/>
                    <a:pt x="253" y="156"/>
                  </a:cubicBezTo>
                  <a:cubicBezTo>
                    <a:pt x="252" y="157"/>
                    <a:pt x="251" y="157"/>
                    <a:pt x="250" y="157"/>
                  </a:cubicBezTo>
                  <a:cubicBezTo>
                    <a:pt x="248" y="157"/>
                    <a:pt x="247" y="156"/>
                    <a:pt x="246" y="155"/>
                  </a:cubicBezTo>
                  <a:cubicBezTo>
                    <a:pt x="246" y="154"/>
                    <a:pt x="245" y="152"/>
                    <a:pt x="244" y="151"/>
                  </a:cubicBezTo>
                  <a:cubicBezTo>
                    <a:pt x="244" y="150"/>
                    <a:pt x="243" y="150"/>
                    <a:pt x="243" y="149"/>
                  </a:cubicBezTo>
                  <a:cubicBezTo>
                    <a:pt x="243" y="148"/>
                    <a:pt x="242" y="148"/>
                    <a:pt x="243" y="147"/>
                  </a:cubicBezTo>
                  <a:cubicBezTo>
                    <a:pt x="243" y="146"/>
                    <a:pt x="244" y="146"/>
                    <a:pt x="244" y="146"/>
                  </a:cubicBezTo>
                  <a:cubicBezTo>
                    <a:pt x="246" y="146"/>
                    <a:pt x="246" y="148"/>
                    <a:pt x="247" y="148"/>
                  </a:cubicBezTo>
                  <a:cubicBezTo>
                    <a:pt x="247" y="149"/>
                    <a:pt x="247" y="150"/>
                    <a:pt x="248" y="150"/>
                  </a:cubicBezTo>
                  <a:cubicBezTo>
                    <a:pt x="248" y="151"/>
                    <a:pt x="249" y="151"/>
                    <a:pt x="249" y="152"/>
                  </a:cubicBezTo>
                  <a:cubicBezTo>
                    <a:pt x="250" y="153"/>
                    <a:pt x="250" y="153"/>
                    <a:pt x="251" y="153"/>
                  </a:cubicBezTo>
                  <a:cubicBezTo>
                    <a:pt x="252" y="153"/>
                    <a:pt x="254" y="152"/>
                    <a:pt x="255" y="152"/>
                  </a:cubicBezTo>
                  <a:cubicBezTo>
                    <a:pt x="256" y="153"/>
                    <a:pt x="257" y="154"/>
                    <a:pt x="257" y="154"/>
                  </a:cubicBezTo>
                  <a:cubicBezTo>
                    <a:pt x="258" y="154"/>
                    <a:pt x="259" y="155"/>
                    <a:pt x="259" y="155"/>
                  </a:cubicBezTo>
                  <a:cubicBezTo>
                    <a:pt x="260" y="155"/>
                    <a:pt x="261" y="155"/>
                    <a:pt x="262" y="155"/>
                  </a:cubicBezTo>
                  <a:cubicBezTo>
                    <a:pt x="262" y="155"/>
                    <a:pt x="262" y="155"/>
                    <a:pt x="262" y="155"/>
                  </a:cubicBezTo>
                  <a:cubicBezTo>
                    <a:pt x="262" y="156"/>
                    <a:pt x="262" y="156"/>
                    <a:pt x="262" y="157"/>
                  </a:cubicBezTo>
                  <a:cubicBezTo>
                    <a:pt x="262" y="157"/>
                    <a:pt x="263" y="159"/>
                    <a:pt x="264" y="160"/>
                  </a:cubicBezTo>
                  <a:cubicBezTo>
                    <a:pt x="264" y="160"/>
                    <a:pt x="265" y="160"/>
                    <a:pt x="265" y="161"/>
                  </a:cubicBezTo>
                  <a:cubicBezTo>
                    <a:pt x="265" y="162"/>
                    <a:pt x="265" y="163"/>
                    <a:pt x="265" y="163"/>
                  </a:cubicBezTo>
                  <a:cubicBezTo>
                    <a:pt x="265" y="164"/>
                    <a:pt x="265" y="165"/>
                    <a:pt x="266" y="165"/>
                  </a:cubicBezTo>
                  <a:cubicBezTo>
                    <a:pt x="267" y="165"/>
                    <a:pt x="268" y="164"/>
                    <a:pt x="269" y="165"/>
                  </a:cubicBezTo>
                  <a:cubicBezTo>
                    <a:pt x="269" y="166"/>
                    <a:pt x="269" y="166"/>
                    <a:pt x="269" y="167"/>
                  </a:cubicBezTo>
                  <a:cubicBezTo>
                    <a:pt x="269" y="168"/>
                    <a:pt x="269" y="168"/>
                    <a:pt x="269" y="168"/>
                  </a:cubicBezTo>
                  <a:cubicBezTo>
                    <a:pt x="269" y="170"/>
                    <a:pt x="269" y="171"/>
                    <a:pt x="269" y="172"/>
                  </a:cubicBezTo>
                  <a:cubicBezTo>
                    <a:pt x="269" y="174"/>
                    <a:pt x="270" y="175"/>
                    <a:pt x="270" y="177"/>
                  </a:cubicBezTo>
                  <a:cubicBezTo>
                    <a:pt x="270" y="179"/>
                    <a:pt x="270" y="181"/>
                    <a:pt x="271" y="182"/>
                  </a:cubicBezTo>
                  <a:cubicBezTo>
                    <a:pt x="271" y="183"/>
                    <a:pt x="272" y="184"/>
                    <a:pt x="272" y="186"/>
                  </a:cubicBezTo>
                  <a:cubicBezTo>
                    <a:pt x="272" y="187"/>
                    <a:pt x="272" y="188"/>
                    <a:pt x="273" y="188"/>
                  </a:cubicBezTo>
                  <a:cubicBezTo>
                    <a:pt x="274" y="188"/>
                    <a:pt x="274" y="188"/>
                    <a:pt x="275" y="187"/>
                  </a:cubicBezTo>
                  <a:cubicBezTo>
                    <a:pt x="275" y="187"/>
                    <a:pt x="276" y="187"/>
                    <a:pt x="276" y="186"/>
                  </a:cubicBezTo>
                  <a:cubicBezTo>
                    <a:pt x="276" y="185"/>
                    <a:pt x="276" y="185"/>
                    <a:pt x="277" y="185"/>
                  </a:cubicBezTo>
                  <a:cubicBezTo>
                    <a:pt x="277" y="184"/>
                    <a:pt x="276" y="184"/>
                    <a:pt x="276" y="184"/>
                  </a:cubicBezTo>
                  <a:cubicBezTo>
                    <a:pt x="276" y="184"/>
                    <a:pt x="277" y="182"/>
                    <a:pt x="277" y="181"/>
                  </a:cubicBezTo>
                  <a:cubicBezTo>
                    <a:pt x="278" y="179"/>
                    <a:pt x="277" y="178"/>
                    <a:pt x="278" y="176"/>
                  </a:cubicBezTo>
                  <a:cubicBezTo>
                    <a:pt x="279" y="175"/>
                    <a:pt x="280" y="174"/>
                    <a:pt x="281" y="173"/>
                  </a:cubicBezTo>
                  <a:cubicBezTo>
                    <a:pt x="281" y="172"/>
                    <a:pt x="282" y="172"/>
                    <a:pt x="282" y="172"/>
                  </a:cubicBezTo>
                  <a:cubicBezTo>
                    <a:pt x="284" y="170"/>
                    <a:pt x="285" y="168"/>
                    <a:pt x="287" y="167"/>
                  </a:cubicBezTo>
                  <a:cubicBezTo>
                    <a:pt x="287" y="166"/>
                    <a:pt x="288" y="165"/>
                    <a:pt x="289" y="165"/>
                  </a:cubicBezTo>
                  <a:cubicBezTo>
                    <a:pt x="291" y="165"/>
                    <a:pt x="292" y="164"/>
                    <a:pt x="293" y="163"/>
                  </a:cubicBezTo>
                  <a:cubicBezTo>
                    <a:pt x="294" y="164"/>
                    <a:pt x="294" y="165"/>
                    <a:pt x="294" y="167"/>
                  </a:cubicBezTo>
                  <a:cubicBezTo>
                    <a:pt x="295" y="168"/>
                    <a:pt x="296" y="169"/>
                    <a:pt x="297" y="171"/>
                  </a:cubicBezTo>
                  <a:cubicBezTo>
                    <a:pt x="297" y="172"/>
                    <a:pt x="298" y="172"/>
                    <a:pt x="299" y="172"/>
                  </a:cubicBezTo>
                  <a:cubicBezTo>
                    <a:pt x="299" y="172"/>
                    <a:pt x="299" y="173"/>
                    <a:pt x="300" y="173"/>
                  </a:cubicBezTo>
                  <a:cubicBezTo>
                    <a:pt x="300" y="174"/>
                    <a:pt x="300" y="174"/>
                    <a:pt x="300" y="175"/>
                  </a:cubicBezTo>
                  <a:cubicBezTo>
                    <a:pt x="300" y="176"/>
                    <a:pt x="301" y="176"/>
                    <a:pt x="301" y="177"/>
                  </a:cubicBezTo>
                  <a:cubicBezTo>
                    <a:pt x="301" y="177"/>
                    <a:pt x="301" y="178"/>
                    <a:pt x="301" y="179"/>
                  </a:cubicBezTo>
                  <a:cubicBezTo>
                    <a:pt x="301" y="179"/>
                    <a:pt x="301" y="180"/>
                    <a:pt x="301" y="180"/>
                  </a:cubicBezTo>
                  <a:cubicBezTo>
                    <a:pt x="301" y="181"/>
                    <a:pt x="301" y="182"/>
                    <a:pt x="301" y="183"/>
                  </a:cubicBezTo>
                  <a:cubicBezTo>
                    <a:pt x="301" y="184"/>
                    <a:pt x="302" y="184"/>
                    <a:pt x="302" y="185"/>
                  </a:cubicBezTo>
                  <a:cubicBezTo>
                    <a:pt x="301" y="186"/>
                    <a:pt x="301" y="188"/>
                    <a:pt x="301" y="189"/>
                  </a:cubicBezTo>
                  <a:cubicBezTo>
                    <a:pt x="301" y="190"/>
                    <a:pt x="302" y="191"/>
                    <a:pt x="302" y="193"/>
                  </a:cubicBezTo>
                  <a:cubicBezTo>
                    <a:pt x="303" y="193"/>
                    <a:pt x="302" y="194"/>
                    <a:pt x="303" y="195"/>
                  </a:cubicBezTo>
                  <a:cubicBezTo>
                    <a:pt x="303" y="196"/>
                    <a:pt x="303" y="196"/>
                    <a:pt x="303" y="197"/>
                  </a:cubicBezTo>
                  <a:cubicBezTo>
                    <a:pt x="303" y="198"/>
                    <a:pt x="303" y="198"/>
                    <a:pt x="303" y="199"/>
                  </a:cubicBezTo>
                  <a:cubicBezTo>
                    <a:pt x="303" y="199"/>
                    <a:pt x="303" y="199"/>
                    <a:pt x="303" y="199"/>
                  </a:cubicBezTo>
                  <a:cubicBezTo>
                    <a:pt x="304" y="200"/>
                    <a:pt x="305" y="201"/>
                    <a:pt x="306" y="201"/>
                  </a:cubicBezTo>
                  <a:cubicBezTo>
                    <a:pt x="307" y="200"/>
                    <a:pt x="306" y="199"/>
                    <a:pt x="306" y="198"/>
                  </a:cubicBezTo>
                  <a:cubicBezTo>
                    <a:pt x="306" y="197"/>
                    <a:pt x="306" y="197"/>
                    <a:pt x="306" y="196"/>
                  </a:cubicBezTo>
                  <a:cubicBezTo>
                    <a:pt x="306" y="195"/>
                    <a:pt x="305" y="194"/>
                    <a:pt x="305" y="193"/>
                  </a:cubicBezTo>
                  <a:cubicBezTo>
                    <a:pt x="304" y="192"/>
                    <a:pt x="304" y="192"/>
                    <a:pt x="304" y="191"/>
                  </a:cubicBezTo>
                  <a:cubicBezTo>
                    <a:pt x="303" y="191"/>
                    <a:pt x="303" y="191"/>
                    <a:pt x="303" y="190"/>
                  </a:cubicBezTo>
                  <a:cubicBezTo>
                    <a:pt x="303" y="190"/>
                    <a:pt x="303" y="189"/>
                    <a:pt x="303" y="189"/>
                  </a:cubicBezTo>
                  <a:cubicBezTo>
                    <a:pt x="302" y="187"/>
                    <a:pt x="302" y="186"/>
                    <a:pt x="303" y="184"/>
                  </a:cubicBezTo>
                  <a:cubicBezTo>
                    <a:pt x="303" y="183"/>
                    <a:pt x="303" y="182"/>
                    <a:pt x="304" y="181"/>
                  </a:cubicBezTo>
                  <a:cubicBezTo>
                    <a:pt x="305" y="182"/>
                    <a:pt x="306" y="183"/>
                    <a:pt x="306" y="184"/>
                  </a:cubicBezTo>
                  <a:cubicBezTo>
                    <a:pt x="307" y="185"/>
                    <a:pt x="307" y="186"/>
                    <a:pt x="308" y="186"/>
                  </a:cubicBezTo>
                  <a:cubicBezTo>
                    <a:pt x="309" y="187"/>
                    <a:pt x="308" y="187"/>
                    <a:pt x="308" y="187"/>
                  </a:cubicBezTo>
                  <a:cubicBezTo>
                    <a:pt x="309" y="188"/>
                    <a:pt x="311" y="187"/>
                    <a:pt x="312" y="187"/>
                  </a:cubicBezTo>
                  <a:cubicBezTo>
                    <a:pt x="310" y="196"/>
                    <a:pt x="308" y="206"/>
                    <a:pt x="304" y="215"/>
                  </a:cubicBezTo>
                  <a:cubicBezTo>
                    <a:pt x="304" y="215"/>
                    <a:pt x="303" y="214"/>
                    <a:pt x="303" y="214"/>
                  </a:cubicBezTo>
                  <a:cubicBezTo>
                    <a:pt x="303" y="213"/>
                    <a:pt x="303" y="212"/>
                    <a:pt x="303" y="211"/>
                  </a:cubicBezTo>
                  <a:cubicBezTo>
                    <a:pt x="304" y="209"/>
                    <a:pt x="303" y="209"/>
                    <a:pt x="302" y="208"/>
                  </a:cubicBezTo>
                  <a:cubicBezTo>
                    <a:pt x="302" y="207"/>
                    <a:pt x="302" y="207"/>
                    <a:pt x="302" y="206"/>
                  </a:cubicBezTo>
                  <a:cubicBezTo>
                    <a:pt x="301" y="205"/>
                    <a:pt x="301" y="205"/>
                    <a:pt x="300" y="204"/>
                  </a:cubicBezTo>
                  <a:cubicBezTo>
                    <a:pt x="300" y="204"/>
                    <a:pt x="299" y="203"/>
                    <a:pt x="299" y="202"/>
                  </a:cubicBezTo>
                  <a:cubicBezTo>
                    <a:pt x="299" y="202"/>
                    <a:pt x="299" y="202"/>
                    <a:pt x="299" y="202"/>
                  </a:cubicBezTo>
                  <a:cubicBezTo>
                    <a:pt x="298" y="202"/>
                    <a:pt x="299" y="201"/>
                    <a:pt x="299" y="201"/>
                  </a:cubicBezTo>
                  <a:cubicBezTo>
                    <a:pt x="298" y="200"/>
                    <a:pt x="298" y="199"/>
                    <a:pt x="297" y="199"/>
                  </a:cubicBezTo>
                  <a:cubicBezTo>
                    <a:pt x="296" y="198"/>
                    <a:pt x="296" y="198"/>
                    <a:pt x="295" y="198"/>
                  </a:cubicBezTo>
                  <a:cubicBezTo>
                    <a:pt x="295" y="198"/>
                    <a:pt x="295" y="198"/>
                    <a:pt x="295" y="198"/>
                  </a:cubicBezTo>
                  <a:cubicBezTo>
                    <a:pt x="295" y="198"/>
                    <a:pt x="295" y="198"/>
                    <a:pt x="295" y="198"/>
                  </a:cubicBezTo>
                  <a:cubicBezTo>
                    <a:pt x="295" y="200"/>
                    <a:pt x="296" y="201"/>
                    <a:pt x="296" y="203"/>
                  </a:cubicBezTo>
                  <a:cubicBezTo>
                    <a:pt x="296" y="204"/>
                    <a:pt x="296" y="204"/>
                    <a:pt x="296" y="205"/>
                  </a:cubicBezTo>
                  <a:cubicBezTo>
                    <a:pt x="297" y="206"/>
                    <a:pt x="298" y="207"/>
                    <a:pt x="298" y="208"/>
                  </a:cubicBezTo>
                  <a:cubicBezTo>
                    <a:pt x="299" y="209"/>
                    <a:pt x="299" y="209"/>
                    <a:pt x="299" y="210"/>
                  </a:cubicBezTo>
                  <a:cubicBezTo>
                    <a:pt x="299" y="211"/>
                    <a:pt x="300" y="212"/>
                    <a:pt x="300" y="213"/>
                  </a:cubicBezTo>
                  <a:cubicBezTo>
                    <a:pt x="300" y="213"/>
                    <a:pt x="301" y="214"/>
                    <a:pt x="301" y="214"/>
                  </a:cubicBezTo>
                  <a:cubicBezTo>
                    <a:pt x="301" y="214"/>
                    <a:pt x="301" y="215"/>
                    <a:pt x="301" y="215"/>
                  </a:cubicBezTo>
                  <a:cubicBezTo>
                    <a:pt x="301" y="215"/>
                    <a:pt x="301" y="215"/>
                    <a:pt x="301" y="215"/>
                  </a:cubicBezTo>
                  <a:cubicBezTo>
                    <a:pt x="301" y="215"/>
                    <a:pt x="301" y="216"/>
                    <a:pt x="301" y="216"/>
                  </a:cubicBezTo>
                  <a:cubicBezTo>
                    <a:pt x="301" y="216"/>
                    <a:pt x="302" y="216"/>
                    <a:pt x="302" y="216"/>
                  </a:cubicBezTo>
                  <a:cubicBezTo>
                    <a:pt x="303" y="217"/>
                    <a:pt x="303" y="217"/>
                    <a:pt x="303" y="217"/>
                  </a:cubicBezTo>
                  <a:cubicBezTo>
                    <a:pt x="298" y="232"/>
                    <a:pt x="290" y="246"/>
                    <a:pt x="280" y="258"/>
                  </a:cubicBezTo>
                  <a:cubicBezTo>
                    <a:pt x="279" y="257"/>
                    <a:pt x="279" y="257"/>
                    <a:pt x="278" y="256"/>
                  </a:cubicBezTo>
                  <a:cubicBezTo>
                    <a:pt x="278" y="254"/>
                    <a:pt x="278" y="252"/>
                    <a:pt x="277" y="252"/>
                  </a:cubicBezTo>
                  <a:cubicBezTo>
                    <a:pt x="276" y="253"/>
                    <a:pt x="276" y="254"/>
                    <a:pt x="276" y="255"/>
                  </a:cubicBezTo>
                  <a:cubicBezTo>
                    <a:pt x="275" y="255"/>
                    <a:pt x="275" y="256"/>
                    <a:pt x="275" y="257"/>
                  </a:cubicBezTo>
                  <a:cubicBezTo>
                    <a:pt x="275" y="258"/>
                    <a:pt x="275" y="258"/>
                    <a:pt x="275" y="259"/>
                  </a:cubicBezTo>
                  <a:cubicBezTo>
                    <a:pt x="275" y="259"/>
                    <a:pt x="274" y="260"/>
                    <a:pt x="274" y="261"/>
                  </a:cubicBezTo>
                  <a:cubicBezTo>
                    <a:pt x="273" y="262"/>
                    <a:pt x="273" y="263"/>
                    <a:pt x="272" y="263"/>
                  </a:cubicBezTo>
                  <a:cubicBezTo>
                    <a:pt x="271" y="263"/>
                    <a:pt x="270" y="261"/>
                    <a:pt x="269" y="260"/>
                  </a:cubicBezTo>
                  <a:cubicBezTo>
                    <a:pt x="269" y="260"/>
                    <a:pt x="268" y="260"/>
                    <a:pt x="267" y="260"/>
                  </a:cubicBezTo>
                  <a:cubicBezTo>
                    <a:pt x="266" y="259"/>
                    <a:pt x="267" y="257"/>
                    <a:pt x="268" y="256"/>
                  </a:cubicBezTo>
                  <a:cubicBezTo>
                    <a:pt x="268" y="255"/>
                    <a:pt x="269" y="255"/>
                    <a:pt x="269" y="254"/>
                  </a:cubicBezTo>
                  <a:cubicBezTo>
                    <a:pt x="269" y="253"/>
                    <a:pt x="267" y="253"/>
                    <a:pt x="266" y="253"/>
                  </a:cubicBezTo>
                  <a:cubicBezTo>
                    <a:pt x="265" y="253"/>
                    <a:pt x="263" y="252"/>
                    <a:pt x="262" y="253"/>
                  </a:cubicBezTo>
                  <a:cubicBezTo>
                    <a:pt x="261" y="253"/>
                    <a:pt x="261" y="254"/>
                    <a:pt x="260" y="254"/>
                  </a:cubicBezTo>
                  <a:cubicBezTo>
                    <a:pt x="259" y="256"/>
                    <a:pt x="259" y="257"/>
                    <a:pt x="257" y="258"/>
                  </a:cubicBezTo>
                  <a:cubicBezTo>
                    <a:pt x="256" y="258"/>
                    <a:pt x="255" y="257"/>
                    <a:pt x="254" y="257"/>
                  </a:cubicBezTo>
                  <a:cubicBezTo>
                    <a:pt x="253" y="257"/>
                    <a:pt x="249" y="261"/>
                    <a:pt x="248" y="262"/>
                  </a:cubicBezTo>
                  <a:cubicBezTo>
                    <a:pt x="248" y="262"/>
                    <a:pt x="247" y="262"/>
                    <a:pt x="247" y="263"/>
                  </a:cubicBezTo>
                  <a:cubicBezTo>
                    <a:pt x="247" y="263"/>
                    <a:pt x="247" y="263"/>
                    <a:pt x="246" y="264"/>
                  </a:cubicBezTo>
                  <a:cubicBezTo>
                    <a:pt x="246" y="265"/>
                    <a:pt x="246" y="265"/>
                    <a:pt x="246" y="266"/>
                  </a:cubicBezTo>
                  <a:cubicBezTo>
                    <a:pt x="245" y="267"/>
                    <a:pt x="245" y="268"/>
                    <a:pt x="244" y="268"/>
                  </a:cubicBezTo>
                  <a:cubicBezTo>
                    <a:pt x="242" y="268"/>
                    <a:pt x="242" y="268"/>
                    <a:pt x="241" y="268"/>
                  </a:cubicBezTo>
                  <a:cubicBezTo>
                    <a:pt x="239" y="269"/>
                    <a:pt x="238" y="270"/>
                    <a:pt x="236" y="271"/>
                  </a:cubicBezTo>
                  <a:cubicBezTo>
                    <a:pt x="235" y="272"/>
                    <a:pt x="234" y="273"/>
                    <a:pt x="233" y="274"/>
                  </a:cubicBezTo>
                  <a:cubicBezTo>
                    <a:pt x="232" y="277"/>
                    <a:pt x="231" y="280"/>
                    <a:pt x="232" y="282"/>
                  </a:cubicBezTo>
                  <a:cubicBezTo>
                    <a:pt x="232" y="283"/>
                    <a:pt x="232" y="283"/>
                    <a:pt x="232" y="284"/>
                  </a:cubicBezTo>
                  <a:cubicBezTo>
                    <a:pt x="232" y="285"/>
                    <a:pt x="232" y="285"/>
                    <a:pt x="232" y="285"/>
                  </a:cubicBezTo>
                  <a:cubicBezTo>
                    <a:pt x="232" y="286"/>
                    <a:pt x="233" y="286"/>
                    <a:pt x="233" y="286"/>
                  </a:cubicBezTo>
                  <a:cubicBezTo>
                    <a:pt x="233" y="287"/>
                    <a:pt x="232" y="288"/>
                    <a:pt x="232" y="288"/>
                  </a:cubicBezTo>
                  <a:cubicBezTo>
                    <a:pt x="232" y="289"/>
                    <a:pt x="232" y="290"/>
                    <a:pt x="232" y="291"/>
                  </a:cubicBezTo>
                  <a:cubicBezTo>
                    <a:pt x="232" y="293"/>
                    <a:pt x="231" y="294"/>
                    <a:pt x="231" y="295"/>
                  </a:cubicBezTo>
                  <a:cubicBezTo>
                    <a:pt x="231" y="296"/>
                    <a:pt x="232" y="296"/>
                    <a:pt x="232" y="297"/>
                  </a:cubicBezTo>
                  <a:cubicBezTo>
                    <a:pt x="211" y="308"/>
                    <a:pt x="188" y="314"/>
                    <a:pt x="162" y="314"/>
                  </a:cubicBezTo>
                  <a:cubicBezTo>
                    <a:pt x="134" y="314"/>
                    <a:pt x="108" y="306"/>
                    <a:pt x="86" y="293"/>
                  </a:cubicBezTo>
                  <a:close/>
                  <a:moveTo>
                    <a:pt x="226" y="161"/>
                  </a:moveTo>
                  <a:cubicBezTo>
                    <a:pt x="226" y="160"/>
                    <a:pt x="225" y="160"/>
                    <a:pt x="225" y="159"/>
                  </a:cubicBezTo>
                  <a:cubicBezTo>
                    <a:pt x="225" y="158"/>
                    <a:pt x="225" y="157"/>
                    <a:pt x="224" y="157"/>
                  </a:cubicBezTo>
                  <a:cubicBezTo>
                    <a:pt x="224" y="156"/>
                    <a:pt x="224" y="155"/>
                    <a:pt x="223" y="154"/>
                  </a:cubicBezTo>
                  <a:cubicBezTo>
                    <a:pt x="222" y="154"/>
                    <a:pt x="222" y="151"/>
                    <a:pt x="221" y="150"/>
                  </a:cubicBezTo>
                  <a:cubicBezTo>
                    <a:pt x="221" y="150"/>
                    <a:pt x="222" y="149"/>
                    <a:pt x="221" y="149"/>
                  </a:cubicBezTo>
                  <a:cubicBezTo>
                    <a:pt x="222" y="149"/>
                    <a:pt x="222" y="149"/>
                    <a:pt x="222" y="149"/>
                  </a:cubicBezTo>
                  <a:cubicBezTo>
                    <a:pt x="223" y="149"/>
                    <a:pt x="224" y="150"/>
                    <a:pt x="224" y="151"/>
                  </a:cubicBezTo>
                  <a:cubicBezTo>
                    <a:pt x="224" y="151"/>
                    <a:pt x="225" y="151"/>
                    <a:pt x="225" y="151"/>
                  </a:cubicBezTo>
                  <a:cubicBezTo>
                    <a:pt x="225" y="152"/>
                    <a:pt x="226" y="153"/>
                    <a:pt x="226" y="154"/>
                  </a:cubicBezTo>
                  <a:cubicBezTo>
                    <a:pt x="227" y="154"/>
                    <a:pt x="227" y="155"/>
                    <a:pt x="227" y="156"/>
                  </a:cubicBezTo>
                  <a:cubicBezTo>
                    <a:pt x="228" y="157"/>
                    <a:pt x="229" y="158"/>
                    <a:pt x="230" y="160"/>
                  </a:cubicBezTo>
                  <a:cubicBezTo>
                    <a:pt x="230" y="161"/>
                    <a:pt x="229" y="162"/>
                    <a:pt x="229" y="162"/>
                  </a:cubicBezTo>
                  <a:cubicBezTo>
                    <a:pt x="229" y="163"/>
                    <a:pt x="230" y="164"/>
                    <a:pt x="230" y="164"/>
                  </a:cubicBezTo>
                  <a:cubicBezTo>
                    <a:pt x="230" y="166"/>
                    <a:pt x="232" y="166"/>
                    <a:pt x="233" y="167"/>
                  </a:cubicBezTo>
                  <a:cubicBezTo>
                    <a:pt x="233" y="168"/>
                    <a:pt x="233" y="169"/>
                    <a:pt x="233" y="169"/>
                  </a:cubicBezTo>
                  <a:cubicBezTo>
                    <a:pt x="233" y="170"/>
                    <a:pt x="234" y="170"/>
                    <a:pt x="234" y="171"/>
                  </a:cubicBezTo>
                  <a:cubicBezTo>
                    <a:pt x="235" y="172"/>
                    <a:pt x="235" y="173"/>
                    <a:pt x="235" y="174"/>
                  </a:cubicBezTo>
                  <a:cubicBezTo>
                    <a:pt x="236" y="175"/>
                    <a:pt x="237" y="177"/>
                    <a:pt x="235" y="178"/>
                  </a:cubicBezTo>
                  <a:cubicBezTo>
                    <a:pt x="234" y="178"/>
                    <a:pt x="233" y="176"/>
                    <a:pt x="232" y="175"/>
                  </a:cubicBezTo>
                  <a:cubicBezTo>
                    <a:pt x="231" y="174"/>
                    <a:pt x="229" y="173"/>
                    <a:pt x="230" y="170"/>
                  </a:cubicBezTo>
                  <a:cubicBezTo>
                    <a:pt x="229" y="169"/>
                    <a:pt x="228" y="168"/>
                    <a:pt x="227" y="166"/>
                  </a:cubicBezTo>
                  <a:cubicBezTo>
                    <a:pt x="227" y="164"/>
                    <a:pt x="227" y="162"/>
                    <a:pt x="226" y="161"/>
                  </a:cubicBezTo>
                  <a:close/>
                  <a:moveTo>
                    <a:pt x="223" y="113"/>
                  </a:moveTo>
                  <a:cubicBezTo>
                    <a:pt x="223" y="112"/>
                    <a:pt x="224" y="112"/>
                    <a:pt x="225" y="111"/>
                  </a:cubicBezTo>
                  <a:cubicBezTo>
                    <a:pt x="226" y="111"/>
                    <a:pt x="227" y="110"/>
                    <a:pt x="227" y="110"/>
                  </a:cubicBezTo>
                  <a:cubicBezTo>
                    <a:pt x="228" y="110"/>
                    <a:pt x="229" y="110"/>
                    <a:pt x="229" y="110"/>
                  </a:cubicBezTo>
                  <a:cubicBezTo>
                    <a:pt x="229" y="113"/>
                    <a:pt x="227" y="113"/>
                    <a:pt x="226" y="115"/>
                  </a:cubicBezTo>
                  <a:cubicBezTo>
                    <a:pt x="227" y="115"/>
                    <a:pt x="228" y="116"/>
                    <a:pt x="228" y="117"/>
                  </a:cubicBezTo>
                  <a:cubicBezTo>
                    <a:pt x="229" y="117"/>
                    <a:pt x="230" y="118"/>
                    <a:pt x="230" y="119"/>
                  </a:cubicBezTo>
                  <a:cubicBezTo>
                    <a:pt x="231" y="119"/>
                    <a:pt x="231" y="119"/>
                    <a:pt x="232" y="120"/>
                  </a:cubicBezTo>
                  <a:cubicBezTo>
                    <a:pt x="232" y="120"/>
                    <a:pt x="233" y="121"/>
                    <a:pt x="233" y="121"/>
                  </a:cubicBezTo>
                  <a:cubicBezTo>
                    <a:pt x="233" y="123"/>
                    <a:pt x="229" y="124"/>
                    <a:pt x="227" y="123"/>
                  </a:cubicBezTo>
                  <a:cubicBezTo>
                    <a:pt x="227" y="123"/>
                    <a:pt x="227" y="123"/>
                    <a:pt x="227" y="123"/>
                  </a:cubicBezTo>
                  <a:cubicBezTo>
                    <a:pt x="227" y="123"/>
                    <a:pt x="226" y="123"/>
                    <a:pt x="226" y="123"/>
                  </a:cubicBezTo>
                  <a:cubicBezTo>
                    <a:pt x="225" y="122"/>
                    <a:pt x="224" y="122"/>
                    <a:pt x="224" y="122"/>
                  </a:cubicBezTo>
                  <a:cubicBezTo>
                    <a:pt x="222" y="122"/>
                    <a:pt x="221" y="122"/>
                    <a:pt x="220" y="122"/>
                  </a:cubicBezTo>
                  <a:cubicBezTo>
                    <a:pt x="220" y="122"/>
                    <a:pt x="219" y="123"/>
                    <a:pt x="218" y="123"/>
                  </a:cubicBezTo>
                  <a:cubicBezTo>
                    <a:pt x="217" y="123"/>
                    <a:pt x="216" y="123"/>
                    <a:pt x="215" y="123"/>
                  </a:cubicBezTo>
                  <a:cubicBezTo>
                    <a:pt x="214" y="122"/>
                    <a:pt x="213" y="122"/>
                    <a:pt x="213" y="121"/>
                  </a:cubicBezTo>
                  <a:cubicBezTo>
                    <a:pt x="213" y="120"/>
                    <a:pt x="214" y="118"/>
                    <a:pt x="215" y="116"/>
                  </a:cubicBezTo>
                  <a:cubicBezTo>
                    <a:pt x="216" y="113"/>
                    <a:pt x="217" y="111"/>
                    <a:pt x="219" y="113"/>
                  </a:cubicBezTo>
                  <a:cubicBezTo>
                    <a:pt x="220" y="114"/>
                    <a:pt x="220" y="114"/>
                    <a:pt x="220" y="115"/>
                  </a:cubicBezTo>
                  <a:cubicBezTo>
                    <a:pt x="221" y="116"/>
                    <a:pt x="221" y="116"/>
                    <a:pt x="221" y="117"/>
                  </a:cubicBezTo>
                  <a:cubicBezTo>
                    <a:pt x="223" y="117"/>
                    <a:pt x="224" y="116"/>
                    <a:pt x="224" y="115"/>
                  </a:cubicBezTo>
                  <a:cubicBezTo>
                    <a:pt x="225" y="114"/>
                    <a:pt x="223" y="114"/>
                    <a:pt x="223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9" name="Freeform 113"/>
            <p:cNvSpPr/>
            <p:nvPr/>
          </p:nvSpPr>
          <p:spPr bwMode="auto">
            <a:xfrm>
              <a:off x="8635153" y="4221989"/>
              <a:ext cx="18603" cy="36565"/>
            </a:xfrm>
            <a:custGeom>
              <a:avLst/>
              <a:gdLst>
                <a:gd name="T0" fmla="*/ 1 w 12"/>
                <a:gd name="T1" fmla="*/ 23 h 24"/>
                <a:gd name="T2" fmla="*/ 3 w 12"/>
                <a:gd name="T3" fmla="*/ 24 h 24"/>
                <a:gd name="T4" fmla="*/ 6 w 12"/>
                <a:gd name="T5" fmla="*/ 21 h 24"/>
                <a:gd name="T6" fmla="*/ 8 w 12"/>
                <a:gd name="T7" fmla="*/ 15 h 24"/>
                <a:gd name="T8" fmla="*/ 9 w 12"/>
                <a:gd name="T9" fmla="*/ 12 h 24"/>
                <a:gd name="T10" fmla="*/ 10 w 12"/>
                <a:gd name="T11" fmla="*/ 10 h 24"/>
                <a:gd name="T12" fmla="*/ 10 w 12"/>
                <a:gd name="T13" fmla="*/ 9 h 24"/>
                <a:gd name="T14" fmla="*/ 12 w 12"/>
                <a:gd name="T15" fmla="*/ 5 h 24"/>
                <a:gd name="T16" fmla="*/ 10 w 12"/>
                <a:gd name="T17" fmla="*/ 0 h 24"/>
                <a:gd name="T18" fmla="*/ 10 w 12"/>
                <a:gd name="T19" fmla="*/ 0 h 24"/>
                <a:gd name="T20" fmla="*/ 9 w 12"/>
                <a:gd name="T21" fmla="*/ 1 h 24"/>
                <a:gd name="T22" fmla="*/ 7 w 12"/>
                <a:gd name="T23" fmla="*/ 3 h 24"/>
                <a:gd name="T24" fmla="*/ 7 w 12"/>
                <a:gd name="T25" fmla="*/ 4 h 24"/>
                <a:gd name="T26" fmla="*/ 4 w 12"/>
                <a:gd name="T27" fmla="*/ 6 h 24"/>
                <a:gd name="T28" fmla="*/ 2 w 12"/>
                <a:gd name="T29" fmla="*/ 7 h 24"/>
                <a:gd name="T30" fmla="*/ 2 w 12"/>
                <a:gd name="T31" fmla="*/ 8 h 24"/>
                <a:gd name="T32" fmla="*/ 2 w 12"/>
                <a:gd name="T33" fmla="*/ 13 h 24"/>
                <a:gd name="T34" fmla="*/ 0 w 12"/>
                <a:gd name="T35" fmla="*/ 18 h 24"/>
                <a:gd name="T36" fmla="*/ 1 w 12"/>
                <a:gd name="T37" fmla="*/ 22 h 24"/>
                <a:gd name="T38" fmla="*/ 1 w 12"/>
                <a:gd name="T39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24">
                  <a:moveTo>
                    <a:pt x="1" y="23"/>
                  </a:moveTo>
                  <a:cubicBezTo>
                    <a:pt x="2" y="24"/>
                    <a:pt x="2" y="24"/>
                    <a:pt x="3" y="24"/>
                  </a:cubicBezTo>
                  <a:cubicBezTo>
                    <a:pt x="5" y="24"/>
                    <a:pt x="6" y="23"/>
                    <a:pt x="6" y="21"/>
                  </a:cubicBezTo>
                  <a:cubicBezTo>
                    <a:pt x="7" y="19"/>
                    <a:pt x="8" y="17"/>
                    <a:pt x="8" y="15"/>
                  </a:cubicBezTo>
                  <a:cubicBezTo>
                    <a:pt x="8" y="14"/>
                    <a:pt x="8" y="13"/>
                    <a:pt x="9" y="12"/>
                  </a:cubicBezTo>
                  <a:cubicBezTo>
                    <a:pt x="9" y="11"/>
                    <a:pt x="9" y="11"/>
                    <a:pt x="10" y="10"/>
                  </a:cubicBezTo>
                  <a:cubicBezTo>
                    <a:pt x="10" y="10"/>
                    <a:pt x="10" y="9"/>
                    <a:pt x="10" y="9"/>
                  </a:cubicBezTo>
                  <a:cubicBezTo>
                    <a:pt x="11" y="7"/>
                    <a:pt x="11" y="6"/>
                    <a:pt x="12" y="5"/>
                  </a:cubicBezTo>
                  <a:cubicBezTo>
                    <a:pt x="11" y="3"/>
                    <a:pt x="12" y="1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9" y="0"/>
                    <a:pt x="9" y="1"/>
                  </a:cubicBezTo>
                  <a:cubicBezTo>
                    <a:pt x="9" y="2"/>
                    <a:pt x="8" y="3"/>
                    <a:pt x="7" y="3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6" y="5"/>
                    <a:pt x="5" y="6"/>
                    <a:pt x="4" y="6"/>
                  </a:cubicBezTo>
                  <a:cubicBezTo>
                    <a:pt x="4" y="7"/>
                    <a:pt x="3" y="7"/>
                    <a:pt x="2" y="7"/>
                  </a:cubicBezTo>
                  <a:cubicBezTo>
                    <a:pt x="2" y="7"/>
                    <a:pt x="2" y="8"/>
                    <a:pt x="2" y="8"/>
                  </a:cubicBezTo>
                  <a:cubicBezTo>
                    <a:pt x="1" y="9"/>
                    <a:pt x="2" y="11"/>
                    <a:pt x="2" y="13"/>
                  </a:cubicBezTo>
                  <a:cubicBezTo>
                    <a:pt x="2" y="15"/>
                    <a:pt x="0" y="16"/>
                    <a:pt x="0" y="18"/>
                  </a:cubicBezTo>
                  <a:cubicBezTo>
                    <a:pt x="0" y="20"/>
                    <a:pt x="0" y="21"/>
                    <a:pt x="1" y="22"/>
                  </a:cubicBezTo>
                  <a:cubicBezTo>
                    <a:pt x="1" y="23"/>
                    <a:pt x="1" y="23"/>
                    <a:pt x="1" y="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0" name="Freeform 114"/>
            <p:cNvSpPr/>
            <p:nvPr/>
          </p:nvSpPr>
          <p:spPr bwMode="auto">
            <a:xfrm>
              <a:off x="8465159" y="3905093"/>
              <a:ext cx="86601" cy="84677"/>
            </a:xfrm>
            <a:custGeom>
              <a:avLst/>
              <a:gdLst>
                <a:gd name="T0" fmla="*/ 29 w 57"/>
                <a:gd name="T1" fmla="*/ 44 h 56"/>
                <a:gd name="T2" fmla="*/ 33 w 57"/>
                <a:gd name="T3" fmla="*/ 43 h 56"/>
                <a:gd name="T4" fmla="*/ 37 w 57"/>
                <a:gd name="T5" fmla="*/ 40 h 56"/>
                <a:gd name="T6" fmla="*/ 40 w 57"/>
                <a:gd name="T7" fmla="*/ 37 h 56"/>
                <a:gd name="T8" fmla="*/ 42 w 57"/>
                <a:gd name="T9" fmla="*/ 37 h 56"/>
                <a:gd name="T10" fmla="*/ 46 w 57"/>
                <a:gd name="T11" fmla="*/ 36 h 56"/>
                <a:gd name="T12" fmla="*/ 50 w 57"/>
                <a:gd name="T13" fmla="*/ 31 h 56"/>
                <a:gd name="T14" fmla="*/ 51 w 57"/>
                <a:gd name="T15" fmla="*/ 27 h 56"/>
                <a:gd name="T16" fmla="*/ 52 w 57"/>
                <a:gd name="T17" fmla="*/ 20 h 56"/>
                <a:gd name="T18" fmla="*/ 53 w 57"/>
                <a:gd name="T19" fmla="*/ 14 h 56"/>
                <a:gd name="T20" fmla="*/ 55 w 57"/>
                <a:gd name="T21" fmla="*/ 11 h 56"/>
                <a:gd name="T22" fmla="*/ 57 w 57"/>
                <a:gd name="T23" fmla="*/ 8 h 56"/>
                <a:gd name="T24" fmla="*/ 55 w 57"/>
                <a:gd name="T25" fmla="*/ 5 h 56"/>
                <a:gd name="T26" fmla="*/ 53 w 57"/>
                <a:gd name="T27" fmla="*/ 6 h 56"/>
                <a:gd name="T28" fmla="*/ 52 w 57"/>
                <a:gd name="T29" fmla="*/ 3 h 56"/>
                <a:gd name="T30" fmla="*/ 48 w 57"/>
                <a:gd name="T31" fmla="*/ 0 h 56"/>
                <a:gd name="T32" fmla="*/ 45 w 57"/>
                <a:gd name="T33" fmla="*/ 0 h 56"/>
                <a:gd name="T34" fmla="*/ 37 w 57"/>
                <a:gd name="T35" fmla="*/ 0 h 56"/>
                <a:gd name="T36" fmla="*/ 32 w 57"/>
                <a:gd name="T37" fmla="*/ 2 h 56"/>
                <a:gd name="T38" fmla="*/ 29 w 57"/>
                <a:gd name="T39" fmla="*/ 4 h 56"/>
                <a:gd name="T40" fmla="*/ 27 w 57"/>
                <a:gd name="T41" fmla="*/ 6 h 56"/>
                <a:gd name="T42" fmla="*/ 25 w 57"/>
                <a:gd name="T43" fmla="*/ 5 h 56"/>
                <a:gd name="T44" fmla="*/ 20 w 57"/>
                <a:gd name="T45" fmla="*/ 5 h 56"/>
                <a:gd name="T46" fmla="*/ 17 w 57"/>
                <a:gd name="T47" fmla="*/ 6 h 56"/>
                <a:gd name="T48" fmla="*/ 13 w 57"/>
                <a:gd name="T49" fmla="*/ 8 h 56"/>
                <a:gd name="T50" fmla="*/ 11 w 57"/>
                <a:gd name="T51" fmla="*/ 9 h 56"/>
                <a:gd name="T52" fmla="*/ 9 w 57"/>
                <a:gd name="T53" fmla="*/ 10 h 56"/>
                <a:gd name="T54" fmla="*/ 8 w 57"/>
                <a:gd name="T55" fmla="*/ 13 h 56"/>
                <a:gd name="T56" fmla="*/ 2 w 57"/>
                <a:gd name="T57" fmla="*/ 16 h 56"/>
                <a:gd name="T58" fmla="*/ 1 w 57"/>
                <a:gd name="T59" fmla="*/ 19 h 56"/>
                <a:gd name="T60" fmla="*/ 2 w 57"/>
                <a:gd name="T61" fmla="*/ 23 h 56"/>
                <a:gd name="T62" fmla="*/ 8 w 57"/>
                <a:gd name="T63" fmla="*/ 22 h 56"/>
                <a:gd name="T64" fmla="*/ 11 w 57"/>
                <a:gd name="T65" fmla="*/ 22 h 56"/>
                <a:gd name="T66" fmla="*/ 13 w 57"/>
                <a:gd name="T67" fmla="*/ 25 h 56"/>
                <a:gd name="T68" fmla="*/ 14 w 57"/>
                <a:gd name="T69" fmla="*/ 26 h 56"/>
                <a:gd name="T70" fmla="*/ 14 w 57"/>
                <a:gd name="T71" fmla="*/ 27 h 56"/>
                <a:gd name="T72" fmla="*/ 17 w 57"/>
                <a:gd name="T73" fmla="*/ 32 h 56"/>
                <a:gd name="T74" fmla="*/ 18 w 57"/>
                <a:gd name="T75" fmla="*/ 37 h 56"/>
                <a:gd name="T76" fmla="*/ 16 w 57"/>
                <a:gd name="T77" fmla="*/ 39 h 56"/>
                <a:gd name="T78" fmla="*/ 14 w 57"/>
                <a:gd name="T79" fmla="*/ 43 h 56"/>
                <a:gd name="T80" fmla="*/ 15 w 57"/>
                <a:gd name="T81" fmla="*/ 46 h 56"/>
                <a:gd name="T82" fmla="*/ 16 w 57"/>
                <a:gd name="T83" fmla="*/ 50 h 56"/>
                <a:gd name="T84" fmla="*/ 18 w 57"/>
                <a:gd name="T85" fmla="*/ 52 h 56"/>
                <a:gd name="T86" fmla="*/ 21 w 57"/>
                <a:gd name="T87" fmla="*/ 54 h 56"/>
                <a:gd name="T88" fmla="*/ 25 w 57"/>
                <a:gd name="T89" fmla="*/ 53 h 56"/>
                <a:gd name="T90" fmla="*/ 26 w 57"/>
                <a:gd name="T91" fmla="*/ 50 h 56"/>
                <a:gd name="T92" fmla="*/ 28 w 57"/>
                <a:gd name="T93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7" h="56">
                  <a:moveTo>
                    <a:pt x="28" y="47"/>
                  </a:moveTo>
                  <a:cubicBezTo>
                    <a:pt x="28" y="47"/>
                    <a:pt x="28" y="46"/>
                    <a:pt x="29" y="44"/>
                  </a:cubicBezTo>
                  <a:cubicBezTo>
                    <a:pt x="29" y="44"/>
                    <a:pt x="29" y="44"/>
                    <a:pt x="30" y="44"/>
                  </a:cubicBezTo>
                  <a:cubicBezTo>
                    <a:pt x="31" y="43"/>
                    <a:pt x="32" y="44"/>
                    <a:pt x="33" y="43"/>
                  </a:cubicBezTo>
                  <a:cubicBezTo>
                    <a:pt x="34" y="43"/>
                    <a:pt x="34" y="42"/>
                    <a:pt x="35" y="42"/>
                  </a:cubicBezTo>
                  <a:cubicBezTo>
                    <a:pt x="35" y="41"/>
                    <a:pt x="36" y="41"/>
                    <a:pt x="37" y="40"/>
                  </a:cubicBezTo>
                  <a:cubicBezTo>
                    <a:pt x="37" y="40"/>
                    <a:pt x="38" y="39"/>
                    <a:pt x="38" y="39"/>
                  </a:cubicBezTo>
                  <a:cubicBezTo>
                    <a:pt x="39" y="38"/>
                    <a:pt x="39" y="38"/>
                    <a:pt x="40" y="37"/>
                  </a:cubicBezTo>
                  <a:cubicBezTo>
                    <a:pt x="40" y="37"/>
                    <a:pt x="41" y="37"/>
                    <a:pt x="41" y="37"/>
                  </a:cubicBezTo>
                  <a:cubicBezTo>
                    <a:pt x="41" y="37"/>
                    <a:pt x="42" y="37"/>
                    <a:pt x="42" y="37"/>
                  </a:cubicBezTo>
                  <a:cubicBezTo>
                    <a:pt x="43" y="37"/>
                    <a:pt x="44" y="37"/>
                    <a:pt x="45" y="36"/>
                  </a:cubicBezTo>
                  <a:cubicBezTo>
                    <a:pt x="45" y="36"/>
                    <a:pt x="45" y="36"/>
                    <a:pt x="46" y="36"/>
                  </a:cubicBezTo>
                  <a:cubicBezTo>
                    <a:pt x="47" y="35"/>
                    <a:pt x="47" y="35"/>
                    <a:pt x="48" y="34"/>
                  </a:cubicBezTo>
                  <a:cubicBezTo>
                    <a:pt x="49" y="33"/>
                    <a:pt x="50" y="32"/>
                    <a:pt x="50" y="31"/>
                  </a:cubicBezTo>
                  <a:cubicBezTo>
                    <a:pt x="50" y="31"/>
                    <a:pt x="49" y="30"/>
                    <a:pt x="49" y="30"/>
                  </a:cubicBezTo>
                  <a:cubicBezTo>
                    <a:pt x="50" y="29"/>
                    <a:pt x="51" y="29"/>
                    <a:pt x="51" y="27"/>
                  </a:cubicBezTo>
                  <a:cubicBezTo>
                    <a:pt x="51" y="26"/>
                    <a:pt x="51" y="25"/>
                    <a:pt x="51" y="23"/>
                  </a:cubicBezTo>
                  <a:cubicBezTo>
                    <a:pt x="52" y="22"/>
                    <a:pt x="52" y="21"/>
                    <a:pt x="52" y="20"/>
                  </a:cubicBezTo>
                  <a:cubicBezTo>
                    <a:pt x="52" y="19"/>
                    <a:pt x="51" y="19"/>
                    <a:pt x="51" y="18"/>
                  </a:cubicBezTo>
                  <a:cubicBezTo>
                    <a:pt x="52" y="16"/>
                    <a:pt x="52" y="15"/>
                    <a:pt x="53" y="14"/>
                  </a:cubicBezTo>
                  <a:cubicBezTo>
                    <a:pt x="53" y="13"/>
                    <a:pt x="54" y="12"/>
                    <a:pt x="54" y="12"/>
                  </a:cubicBezTo>
                  <a:cubicBezTo>
                    <a:pt x="54" y="12"/>
                    <a:pt x="55" y="12"/>
                    <a:pt x="55" y="11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56" y="10"/>
                    <a:pt x="57" y="9"/>
                    <a:pt x="57" y="8"/>
                  </a:cubicBezTo>
                  <a:cubicBezTo>
                    <a:pt x="57" y="7"/>
                    <a:pt x="57" y="6"/>
                    <a:pt x="57" y="5"/>
                  </a:cubicBezTo>
                  <a:cubicBezTo>
                    <a:pt x="56" y="5"/>
                    <a:pt x="56" y="5"/>
                    <a:pt x="55" y="5"/>
                  </a:cubicBezTo>
                  <a:cubicBezTo>
                    <a:pt x="55" y="6"/>
                    <a:pt x="54" y="6"/>
                    <a:pt x="54" y="6"/>
                  </a:cubicBezTo>
                  <a:cubicBezTo>
                    <a:pt x="54" y="6"/>
                    <a:pt x="53" y="6"/>
                    <a:pt x="53" y="6"/>
                  </a:cubicBezTo>
                  <a:cubicBezTo>
                    <a:pt x="52" y="6"/>
                    <a:pt x="51" y="7"/>
                    <a:pt x="51" y="6"/>
                  </a:cubicBezTo>
                  <a:cubicBezTo>
                    <a:pt x="51" y="4"/>
                    <a:pt x="52" y="4"/>
                    <a:pt x="52" y="3"/>
                  </a:cubicBezTo>
                  <a:cubicBezTo>
                    <a:pt x="52" y="2"/>
                    <a:pt x="51" y="2"/>
                    <a:pt x="50" y="1"/>
                  </a:cubicBezTo>
                  <a:cubicBezTo>
                    <a:pt x="49" y="1"/>
                    <a:pt x="48" y="0"/>
                    <a:pt x="48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6" y="0"/>
                    <a:pt x="45" y="0"/>
                    <a:pt x="45" y="0"/>
                  </a:cubicBezTo>
                  <a:cubicBezTo>
                    <a:pt x="44" y="0"/>
                    <a:pt x="42" y="0"/>
                    <a:pt x="41" y="0"/>
                  </a:cubicBezTo>
                  <a:cubicBezTo>
                    <a:pt x="40" y="0"/>
                    <a:pt x="38" y="0"/>
                    <a:pt x="37" y="0"/>
                  </a:cubicBezTo>
                  <a:cubicBezTo>
                    <a:pt x="36" y="1"/>
                    <a:pt x="34" y="2"/>
                    <a:pt x="33" y="3"/>
                  </a:cubicBezTo>
                  <a:cubicBezTo>
                    <a:pt x="33" y="3"/>
                    <a:pt x="32" y="2"/>
                    <a:pt x="32" y="2"/>
                  </a:cubicBezTo>
                  <a:cubicBezTo>
                    <a:pt x="31" y="2"/>
                    <a:pt x="30" y="2"/>
                    <a:pt x="29" y="3"/>
                  </a:cubicBezTo>
                  <a:cubicBezTo>
                    <a:pt x="29" y="3"/>
                    <a:pt x="29" y="4"/>
                    <a:pt x="29" y="4"/>
                  </a:cubicBezTo>
                  <a:cubicBezTo>
                    <a:pt x="28" y="4"/>
                    <a:pt x="27" y="4"/>
                    <a:pt x="27" y="5"/>
                  </a:cubicBezTo>
                  <a:cubicBezTo>
                    <a:pt x="27" y="6"/>
                    <a:pt x="28" y="6"/>
                    <a:pt x="27" y="6"/>
                  </a:cubicBezTo>
                  <a:cubicBezTo>
                    <a:pt x="28" y="6"/>
                    <a:pt x="27" y="7"/>
                    <a:pt x="27" y="7"/>
                  </a:cubicBezTo>
                  <a:cubicBezTo>
                    <a:pt x="26" y="7"/>
                    <a:pt x="26" y="5"/>
                    <a:pt x="25" y="5"/>
                  </a:cubicBezTo>
                  <a:cubicBezTo>
                    <a:pt x="25" y="5"/>
                    <a:pt x="24" y="5"/>
                    <a:pt x="23" y="5"/>
                  </a:cubicBezTo>
                  <a:cubicBezTo>
                    <a:pt x="22" y="5"/>
                    <a:pt x="21" y="5"/>
                    <a:pt x="20" y="5"/>
                  </a:cubicBezTo>
                  <a:cubicBezTo>
                    <a:pt x="20" y="6"/>
                    <a:pt x="19" y="6"/>
                    <a:pt x="18" y="6"/>
                  </a:cubicBezTo>
                  <a:cubicBezTo>
                    <a:pt x="18" y="6"/>
                    <a:pt x="17" y="6"/>
                    <a:pt x="17" y="6"/>
                  </a:cubicBezTo>
                  <a:cubicBezTo>
                    <a:pt x="16" y="6"/>
                    <a:pt x="16" y="7"/>
                    <a:pt x="15" y="7"/>
                  </a:cubicBezTo>
                  <a:cubicBezTo>
                    <a:pt x="14" y="7"/>
                    <a:pt x="13" y="8"/>
                    <a:pt x="13" y="8"/>
                  </a:cubicBezTo>
                  <a:cubicBezTo>
                    <a:pt x="12" y="8"/>
                    <a:pt x="12" y="9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10"/>
                    <a:pt x="10" y="9"/>
                    <a:pt x="10" y="10"/>
                  </a:cubicBezTo>
                  <a:cubicBezTo>
                    <a:pt x="10" y="10"/>
                    <a:pt x="9" y="10"/>
                    <a:pt x="9" y="10"/>
                  </a:cubicBezTo>
                  <a:cubicBezTo>
                    <a:pt x="8" y="11"/>
                    <a:pt x="7" y="11"/>
                    <a:pt x="7" y="12"/>
                  </a:cubicBezTo>
                  <a:cubicBezTo>
                    <a:pt x="7" y="13"/>
                    <a:pt x="9" y="12"/>
                    <a:pt x="8" y="13"/>
                  </a:cubicBezTo>
                  <a:cubicBezTo>
                    <a:pt x="8" y="15"/>
                    <a:pt x="7" y="15"/>
                    <a:pt x="5" y="15"/>
                  </a:cubicBezTo>
                  <a:cubicBezTo>
                    <a:pt x="4" y="15"/>
                    <a:pt x="3" y="16"/>
                    <a:pt x="2" y="16"/>
                  </a:cubicBezTo>
                  <a:cubicBezTo>
                    <a:pt x="2" y="17"/>
                    <a:pt x="1" y="17"/>
                    <a:pt x="1" y="17"/>
                  </a:cubicBezTo>
                  <a:cubicBezTo>
                    <a:pt x="1" y="18"/>
                    <a:pt x="2" y="18"/>
                    <a:pt x="1" y="19"/>
                  </a:cubicBezTo>
                  <a:cubicBezTo>
                    <a:pt x="1" y="20"/>
                    <a:pt x="0" y="20"/>
                    <a:pt x="0" y="21"/>
                  </a:cubicBezTo>
                  <a:cubicBezTo>
                    <a:pt x="1" y="22"/>
                    <a:pt x="1" y="22"/>
                    <a:pt x="2" y="23"/>
                  </a:cubicBezTo>
                  <a:cubicBezTo>
                    <a:pt x="2" y="23"/>
                    <a:pt x="3" y="22"/>
                    <a:pt x="4" y="22"/>
                  </a:cubicBezTo>
                  <a:cubicBezTo>
                    <a:pt x="5" y="22"/>
                    <a:pt x="6" y="22"/>
                    <a:pt x="8" y="22"/>
                  </a:cubicBezTo>
                  <a:cubicBezTo>
                    <a:pt x="9" y="22"/>
                    <a:pt x="10" y="21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2"/>
                    <a:pt x="12" y="22"/>
                    <a:pt x="12" y="23"/>
                  </a:cubicBezTo>
                  <a:cubicBezTo>
                    <a:pt x="13" y="23"/>
                    <a:pt x="13" y="24"/>
                    <a:pt x="13" y="25"/>
                  </a:cubicBezTo>
                  <a:cubicBezTo>
                    <a:pt x="14" y="25"/>
                    <a:pt x="13" y="25"/>
                    <a:pt x="13" y="25"/>
                  </a:cubicBezTo>
                  <a:cubicBezTo>
                    <a:pt x="14" y="25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8"/>
                    <a:pt x="14" y="30"/>
                    <a:pt x="14" y="31"/>
                  </a:cubicBezTo>
                  <a:cubicBezTo>
                    <a:pt x="15" y="31"/>
                    <a:pt x="16" y="31"/>
                    <a:pt x="1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9" y="33"/>
                    <a:pt x="18" y="35"/>
                    <a:pt x="18" y="37"/>
                  </a:cubicBezTo>
                  <a:cubicBezTo>
                    <a:pt x="18" y="37"/>
                    <a:pt x="18" y="37"/>
                    <a:pt x="17" y="38"/>
                  </a:cubicBezTo>
                  <a:cubicBezTo>
                    <a:pt x="17" y="38"/>
                    <a:pt x="16" y="39"/>
                    <a:pt x="16" y="39"/>
                  </a:cubicBezTo>
                  <a:cubicBezTo>
                    <a:pt x="16" y="39"/>
                    <a:pt x="15" y="39"/>
                    <a:pt x="15" y="39"/>
                  </a:cubicBezTo>
                  <a:cubicBezTo>
                    <a:pt x="14" y="41"/>
                    <a:pt x="14" y="41"/>
                    <a:pt x="14" y="43"/>
                  </a:cubicBezTo>
                  <a:cubicBezTo>
                    <a:pt x="14" y="43"/>
                    <a:pt x="14" y="44"/>
                    <a:pt x="14" y="45"/>
                  </a:cubicBezTo>
                  <a:cubicBezTo>
                    <a:pt x="14" y="45"/>
                    <a:pt x="14" y="46"/>
                    <a:pt x="15" y="46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6" y="49"/>
                    <a:pt x="16" y="49"/>
                    <a:pt x="16" y="50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7" y="51"/>
                    <a:pt x="18" y="52"/>
                    <a:pt x="18" y="52"/>
                  </a:cubicBezTo>
                  <a:cubicBezTo>
                    <a:pt x="18" y="53"/>
                    <a:pt x="19" y="54"/>
                    <a:pt x="19" y="54"/>
                  </a:cubicBezTo>
                  <a:cubicBezTo>
                    <a:pt x="20" y="54"/>
                    <a:pt x="20" y="54"/>
                    <a:pt x="21" y="54"/>
                  </a:cubicBezTo>
                  <a:cubicBezTo>
                    <a:pt x="22" y="54"/>
                    <a:pt x="22" y="56"/>
                    <a:pt x="24" y="56"/>
                  </a:cubicBezTo>
                  <a:cubicBezTo>
                    <a:pt x="25" y="55"/>
                    <a:pt x="25" y="54"/>
                    <a:pt x="25" y="53"/>
                  </a:cubicBezTo>
                  <a:cubicBezTo>
                    <a:pt x="25" y="52"/>
                    <a:pt x="26" y="51"/>
                    <a:pt x="26" y="51"/>
                  </a:cubicBezTo>
                  <a:cubicBezTo>
                    <a:pt x="26" y="51"/>
                    <a:pt x="26" y="50"/>
                    <a:pt x="26" y="50"/>
                  </a:cubicBezTo>
                  <a:cubicBezTo>
                    <a:pt x="26" y="50"/>
                    <a:pt x="27" y="49"/>
                    <a:pt x="27" y="49"/>
                  </a:cubicBezTo>
                  <a:cubicBezTo>
                    <a:pt x="27" y="49"/>
                    <a:pt x="27" y="48"/>
                    <a:pt x="28" y="4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1" name="Freeform 115"/>
            <p:cNvSpPr/>
            <p:nvPr/>
          </p:nvSpPr>
          <p:spPr bwMode="auto">
            <a:xfrm>
              <a:off x="8404859" y="3937168"/>
              <a:ext cx="13471" cy="10264"/>
            </a:xfrm>
            <a:custGeom>
              <a:avLst/>
              <a:gdLst>
                <a:gd name="T0" fmla="*/ 7 w 9"/>
                <a:gd name="T1" fmla="*/ 1 h 7"/>
                <a:gd name="T2" fmla="*/ 5 w 9"/>
                <a:gd name="T3" fmla="*/ 1 h 7"/>
                <a:gd name="T4" fmla="*/ 4 w 9"/>
                <a:gd name="T5" fmla="*/ 0 h 7"/>
                <a:gd name="T6" fmla="*/ 0 w 9"/>
                <a:gd name="T7" fmla="*/ 2 h 7"/>
                <a:gd name="T8" fmla="*/ 1 w 9"/>
                <a:gd name="T9" fmla="*/ 5 h 7"/>
                <a:gd name="T10" fmla="*/ 3 w 9"/>
                <a:gd name="T11" fmla="*/ 6 h 7"/>
                <a:gd name="T12" fmla="*/ 6 w 9"/>
                <a:gd name="T13" fmla="*/ 6 h 7"/>
                <a:gd name="T14" fmla="*/ 7 w 9"/>
                <a:gd name="T1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7" y="1"/>
                  </a:moveTo>
                  <a:cubicBezTo>
                    <a:pt x="7" y="1"/>
                    <a:pt x="6" y="1"/>
                    <a:pt x="5" y="1"/>
                  </a:cubicBezTo>
                  <a:cubicBezTo>
                    <a:pt x="5" y="1"/>
                    <a:pt x="4" y="0"/>
                    <a:pt x="4" y="0"/>
                  </a:cubicBezTo>
                  <a:cubicBezTo>
                    <a:pt x="3" y="0"/>
                    <a:pt x="1" y="1"/>
                    <a:pt x="0" y="2"/>
                  </a:cubicBezTo>
                  <a:cubicBezTo>
                    <a:pt x="0" y="3"/>
                    <a:pt x="1" y="4"/>
                    <a:pt x="1" y="5"/>
                  </a:cubicBezTo>
                  <a:cubicBezTo>
                    <a:pt x="2" y="4"/>
                    <a:pt x="2" y="6"/>
                    <a:pt x="3" y="6"/>
                  </a:cubicBezTo>
                  <a:cubicBezTo>
                    <a:pt x="4" y="7"/>
                    <a:pt x="5" y="6"/>
                    <a:pt x="6" y="6"/>
                  </a:cubicBezTo>
                  <a:cubicBezTo>
                    <a:pt x="8" y="4"/>
                    <a:pt x="9" y="1"/>
                    <a:pt x="7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2" name="Freeform 116"/>
            <p:cNvSpPr/>
            <p:nvPr/>
          </p:nvSpPr>
          <p:spPr bwMode="auto">
            <a:xfrm>
              <a:off x="8522893" y="4016071"/>
              <a:ext cx="9622" cy="14754"/>
            </a:xfrm>
            <a:custGeom>
              <a:avLst/>
              <a:gdLst>
                <a:gd name="T0" fmla="*/ 6 w 6"/>
                <a:gd name="T1" fmla="*/ 2 h 10"/>
                <a:gd name="T2" fmla="*/ 4 w 6"/>
                <a:gd name="T3" fmla="*/ 0 h 10"/>
                <a:gd name="T4" fmla="*/ 3 w 6"/>
                <a:gd name="T5" fmla="*/ 1 h 10"/>
                <a:gd name="T6" fmla="*/ 2 w 6"/>
                <a:gd name="T7" fmla="*/ 2 h 10"/>
                <a:gd name="T8" fmla="*/ 2 w 6"/>
                <a:gd name="T9" fmla="*/ 2 h 10"/>
                <a:gd name="T10" fmla="*/ 1 w 6"/>
                <a:gd name="T11" fmla="*/ 4 h 10"/>
                <a:gd name="T12" fmla="*/ 1 w 6"/>
                <a:gd name="T13" fmla="*/ 5 h 10"/>
                <a:gd name="T14" fmla="*/ 0 w 6"/>
                <a:gd name="T15" fmla="*/ 7 h 10"/>
                <a:gd name="T16" fmla="*/ 4 w 6"/>
                <a:gd name="T17" fmla="*/ 8 h 10"/>
                <a:gd name="T18" fmla="*/ 5 w 6"/>
                <a:gd name="T19" fmla="*/ 7 h 10"/>
                <a:gd name="T20" fmla="*/ 6 w 6"/>
                <a:gd name="T21" fmla="*/ 6 h 10"/>
                <a:gd name="T22" fmla="*/ 5 w 6"/>
                <a:gd name="T23" fmla="*/ 4 h 10"/>
                <a:gd name="T24" fmla="*/ 6 w 6"/>
                <a:gd name="T25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10">
                  <a:moveTo>
                    <a:pt x="6" y="2"/>
                  </a:moveTo>
                  <a:cubicBezTo>
                    <a:pt x="5" y="1"/>
                    <a:pt x="5" y="0"/>
                    <a:pt x="4" y="0"/>
                  </a:cubicBezTo>
                  <a:cubicBezTo>
                    <a:pt x="4" y="0"/>
                    <a:pt x="3" y="1"/>
                    <a:pt x="3" y="1"/>
                  </a:cubicBezTo>
                  <a:cubicBezTo>
                    <a:pt x="2" y="1"/>
                    <a:pt x="3" y="1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2" y="3"/>
                    <a:pt x="1" y="4"/>
                  </a:cubicBezTo>
                  <a:cubicBezTo>
                    <a:pt x="1" y="4"/>
                    <a:pt x="1" y="5"/>
                    <a:pt x="1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1" y="10"/>
                    <a:pt x="3" y="9"/>
                    <a:pt x="4" y="8"/>
                  </a:cubicBezTo>
                  <a:cubicBezTo>
                    <a:pt x="5" y="8"/>
                    <a:pt x="5" y="8"/>
                    <a:pt x="5" y="7"/>
                  </a:cubicBezTo>
                  <a:cubicBezTo>
                    <a:pt x="5" y="7"/>
                    <a:pt x="6" y="6"/>
                    <a:pt x="6" y="6"/>
                  </a:cubicBezTo>
                  <a:cubicBezTo>
                    <a:pt x="5" y="5"/>
                    <a:pt x="5" y="4"/>
                    <a:pt x="5" y="4"/>
                  </a:cubicBezTo>
                  <a:cubicBezTo>
                    <a:pt x="5" y="3"/>
                    <a:pt x="6" y="2"/>
                    <a:pt x="6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3" name="Freeform 117"/>
            <p:cNvSpPr/>
            <p:nvPr/>
          </p:nvSpPr>
          <p:spPr bwMode="auto">
            <a:xfrm>
              <a:off x="8441424" y="4051994"/>
              <a:ext cx="14754" cy="16679"/>
            </a:xfrm>
            <a:custGeom>
              <a:avLst/>
              <a:gdLst>
                <a:gd name="T0" fmla="*/ 8 w 10"/>
                <a:gd name="T1" fmla="*/ 6 h 11"/>
                <a:gd name="T2" fmla="*/ 7 w 10"/>
                <a:gd name="T3" fmla="*/ 3 h 11"/>
                <a:gd name="T4" fmla="*/ 6 w 10"/>
                <a:gd name="T5" fmla="*/ 1 h 11"/>
                <a:gd name="T6" fmla="*/ 5 w 10"/>
                <a:gd name="T7" fmla="*/ 0 h 11"/>
                <a:gd name="T8" fmla="*/ 3 w 10"/>
                <a:gd name="T9" fmla="*/ 3 h 11"/>
                <a:gd name="T10" fmla="*/ 0 w 10"/>
                <a:gd name="T11" fmla="*/ 6 h 11"/>
                <a:gd name="T12" fmla="*/ 4 w 10"/>
                <a:gd name="T13" fmla="*/ 8 h 11"/>
                <a:gd name="T14" fmla="*/ 9 w 10"/>
                <a:gd name="T15" fmla="*/ 10 h 11"/>
                <a:gd name="T16" fmla="*/ 9 w 10"/>
                <a:gd name="T17" fmla="*/ 7 h 11"/>
                <a:gd name="T18" fmla="*/ 8 w 10"/>
                <a:gd name="T1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1">
                  <a:moveTo>
                    <a:pt x="8" y="6"/>
                  </a:moveTo>
                  <a:cubicBezTo>
                    <a:pt x="8" y="5"/>
                    <a:pt x="8" y="4"/>
                    <a:pt x="7" y="3"/>
                  </a:cubicBezTo>
                  <a:cubicBezTo>
                    <a:pt x="6" y="2"/>
                    <a:pt x="7" y="1"/>
                    <a:pt x="6" y="1"/>
                  </a:cubicBezTo>
                  <a:cubicBezTo>
                    <a:pt x="6" y="1"/>
                    <a:pt x="5" y="1"/>
                    <a:pt x="5" y="0"/>
                  </a:cubicBezTo>
                  <a:cubicBezTo>
                    <a:pt x="5" y="1"/>
                    <a:pt x="4" y="2"/>
                    <a:pt x="3" y="3"/>
                  </a:cubicBezTo>
                  <a:cubicBezTo>
                    <a:pt x="2" y="4"/>
                    <a:pt x="1" y="5"/>
                    <a:pt x="0" y="6"/>
                  </a:cubicBezTo>
                  <a:cubicBezTo>
                    <a:pt x="0" y="8"/>
                    <a:pt x="3" y="7"/>
                    <a:pt x="4" y="8"/>
                  </a:cubicBezTo>
                  <a:cubicBezTo>
                    <a:pt x="6" y="9"/>
                    <a:pt x="8" y="11"/>
                    <a:pt x="9" y="10"/>
                  </a:cubicBezTo>
                  <a:cubicBezTo>
                    <a:pt x="10" y="9"/>
                    <a:pt x="9" y="8"/>
                    <a:pt x="9" y="7"/>
                  </a:cubicBezTo>
                  <a:cubicBezTo>
                    <a:pt x="9" y="7"/>
                    <a:pt x="8" y="7"/>
                    <a:pt x="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4" name="Freeform 118"/>
            <p:cNvSpPr/>
            <p:nvPr/>
          </p:nvSpPr>
          <p:spPr bwMode="auto">
            <a:xfrm>
              <a:off x="8520327" y="3971808"/>
              <a:ext cx="22452" cy="13471"/>
            </a:xfrm>
            <a:custGeom>
              <a:avLst/>
              <a:gdLst>
                <a:gd name="T0" fmla="*/ 8 w 15"/>
                <a:gd name="T1" fmla="*/ 8 h 9"/>
                <a:gd name="T2" fmla="*/ 10 w 15"/>
                <a:gd name="T3" fmla="*/ 7 h 9"/>
                <a:gd name="T4" fmla="*/ 13 w 15"/>
                <a:gd name="T5" fmla="*/ 5 h 9"/>
                <a:gd name="T6" fmla="*/ 15 w 15"/>
                <a:gd name="T7" fmla="*/ 3 h 9"/>
                <a:gd name="T8" fmla="*/ 13 w 15"/>
                <a:gd name="T9" fmla="*/ 0 h 9"/>
                <a:gd name="T10" fmla="*/ 7 w 15"/>
                <a:gd name="T11" fmla="*/ 0 h 9"/>
                <a:gd name="T12" fmla="*/ 4 w 15"/>
                <a:gd name="T13" fmla="*/ 2 h 9"/>
                <a:gd name="T14" fmla="*/ 3 w 15"/>
                <a:gd name="T15" fmla="*/ 1 h 9"/>
                <a:gd name="T16" fmla="*/ 2 w 15"/>
                <a:gd name="T17" fmla="*/ 0 h 9"/>
                <a:gd name="T18" fmla="*/ 0 w 15"/>
                <a:gd name="T19" fmla="*/ 4 h 9"/>
                <a:gd name="T20" fmla="*/ 3 w 15"/>
                <a:gd name="T21" fmla="*/ 8 h 9"/>
                <a:gd name="T22" fmla="*/ 8 w 15"/>
                <a:gd name="T23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9">
                  <a:moveTo>
                    <a:pt x="8" y="8"/>
                  </a:moveTo>
                  <a:cubicBezTo>
                    <a:pt x="8" y="8"/>
                    <a:pt x="9" y="7"/>
                    <a:pt x="10" y="7"/>
                  </a:cubicBezTo>
                  <a:cubicBezTo>
                    <a:pt x="12" y="6"/>
                    <a:pt x="13" y="6"/>
                    <a:pt x="13" y="5"/>
                  </a:cubicBezTo>
                  <a:cubicBezTo>
                    <a:pt x="14" y="4"/>
                    <a:pt x="15" y="4"/>
                    <a:pt x="15" y="3"/>
                  </a:cubicBezTo>
                  <a:cubicBezTo>
                    <a:pt x="15" y="2"/>
                    <a:pt x="13" y="0"/>
                    <a:pt x="13" y="0"/>
                  </a:cubicBezTo>
                  <a:cubicBezTo>
                    <a:pt x="11" y="0"/>
                    <a:pt x="9" y="1"/>
                    <a:pt x="7" y="0"/>
                  </a:cubicBezTo>
                  <a:cubicBezTo>
                    <a:pt x="6" y="1"/>
                    <a:pt x="6" y="2"/>
                    <a:pt x="4" y="2"/>
                  </a:cubicBezTo>
                  <a:cubicBezTo>
                    <a:pt x="3" y="2"/>
                    <a:pt x="4" y="1"/>
                    <a:pt x="3" y="1"/>
                  </a:cubicBezTo>
                  <a:cubicBezTo>
                    <a:pt x="3" y="1"/>
                    <a:pt x="3" y="0"/>
                    <a:pt x="2" y="0"/>
                  </a:cubicBezTo>
                  <a:cubicBezTo>
                    <a:pt x="1" y="1"/>
                    <a:pt x="0" y="2"/>
                    <a:pt x="0" y="4"/>
                  </a:cubicBezTo>
                  <a:cubicBezTo>
                    <a:pt x="0" y="6"/>
                    <a:pt x="2" y="7"/>
                    <a:pt x="3" y="8"/>
                  </a:cubicBezTo>
                  <a:cubicBezTo>
                    <a:pt x="5" y="7"/>
                    <a:pt x="6" y="9"/>
                    <a:pt x="8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5" name="Freeform 119"/>
            <p:cNvSpPr/>
            <p:nvPr/>
          </p:nvSpPr>
          <p:spPr bwMode="auto">
            <a:xfrm>
              <a:off x="8529308" y="4001958"/>
              <a:ext cx="22452" cy="33357"/>
            </a:xfrm>
            <a:custGeom>
              <a:avLst/>
              <a:gdLst>
                <a:gd name="T0" fmla="*/ 11 w 15"/>
                <a:gd name="T1" fmla="*/ 13 h 22"/>
                <a:gd name="T2" fmla="*/ 11 w 15"/>
                <a:gd name="T3" fmla="*/ 12 h 22"/>
                <a:gd name="T4" fmla="*/ 9 w 15"/>
                <a:gd name="T5" fmla="*/ 9 h 22"/>
                <a:gd name="T6" fmla="*/ 8 w 15"/>
                <a:gd name="T7" fmla="*/ 4 h 22"/>
                <a:gd name="T8" fmla="*/ 6 w 15"/>
                <a:gd name="T9" fmla="*/ 2 h 22"/>
                <a:gd name="T10" fmla="*/ 6 w 15"/>
                <a:gd name="T11" fmla="*/ 0 h 22"/>
                <a:gd name="T12" fmla="*/ 2 w 15"/>
                <a:gd name="T13" fmla="*/ 1 h 22"/>
                <a:gd name="T14" fmla="*/ 0 w 15"/>
                <a:gd name="T15" fmla="*/ 5 h 22"/>
                <a:gd name="T16" fmla="*/ 3 w 15"/>
                <a:gd name="T17" fmla="*/ 10 h 22"/>
                <a:gd name="T18" fmla="*/ 6 w 15"/>
                <a:gd name="T19" fmla="*/ 12 h 22"/>
                <a:gd name="T20" fmla="*/ 4 w 15"/>
                <a:gd name="T21" fmla="*/ 14 h 22"/>
                <a:gd name="T22" fmla="*/ 3 w 15"/>
                <a:gd name="T23" fmla="*/ 16 h 22"/>
                <a:gd name="T24" fmla="*/ 3 w 15"/>
                <a:gd name="T25" fmla="*/ 17 h 22"/>
                <a:gd name="T26" fmla="*/ 2 w 15"/>
                <a:gd name="T27" fmla="*/ 20 h 22"/>
                <a:gd name="T28" fmla="*/ 3 w 15"/>
                <a:gd name="T29" fmla="*/ 21 h 22"/>
                <a:gd name="T30" fmla="*/ 7 w 15"/>
                <a:gd name="T31" fmla="*/ 20 h 22"/>
                <a:gd name="T32" fmla="*/ 9 w 15"/>
                <a:gd name="T33" fmla="*/ 20 h 22"/>
                <a:gd name="T34" fmla="*/ 11 w 15"/>
                <a:gd name="T35" fmla="*/ 19 h 22"/>
                <a:gd name="T36" fmla="*/ 12 w 15"/>
                <a:gd name="T37" fmla="*/ 19 h 22"/>
                <a:gd name="T38" fmla="*/ 11 w 15"/>
                <a:gd name="T39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" h="22">
                  <a:moveTo>
                    <a:pt x="11" y="13"/>
                  </a:moveTo>
                  <a:cubicBezTo>
                    <a:pt x="12" y="13"/>
                    <a:pt x="11" y="13"/>
                    <a:pt x="11" y="12"/>
                  </a:cubicBezTo>
                  <a:cubicBezTo>
                    <a:pt x="10" y="12"/>
                    <a:pt x="10" y="10"/>
                    <a:pt x="9" y="9"/>
                  </a:cubicBezTo>
                  <a:cubicBezTo>
                    <a:pt x="8" y="8"/>
                    <a:pt x="7" y="6"/>
                    <a:pt x="8" y="4"/>
                  </a:cubicBezTo>
                  <a:cubicBezTo>
                    <a:pt x="8" y="3"/>
                    <a:pt x="7" y="3"/>
                    <a:pt x="6" y="2"/>
                  </a:cubicBezTo>
                  <a:cubicBezTo>
                    <a:pt x="6" y="1"/>
                    <a:pt x="7" y="1"/>
                    <a:pt x="6" y="0"/>
                  </a:cubicBezTo>
                  <a:cubicBezTo>
                    <a:pt x="5" y="0"/>
                    <a:pt x="3" y="1"/>
                    <a:pt x="2" y="1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7"/>
                    <a:pt x="2" y="8"/>
                    <a:pt x="3" y="10"/>
                  </a:cubicBezTo>
                  <a:cubicBezTo>
                    <a:pt x="5" y="10"/>
                    <a:pt x="7" y="10"/>
                    <a:pt x="6" y="12"/>
                  </a:cubicBezTo>
                  <a:cubicBezTo>
                    <a:pt x="6" y="13"/>
                    <a:pt x="5" y="13"/>
                    <a:pt x="4" y="14"/>
                  </a:cubicBezTo>
                  <a:cubicBezTo>
                    <a:pt x="4" y="15"/>
                    <a:pt x="3" y="15"/>
                    <a:pt x="3" y="16"/>
                  </a:cubicBezTo>
                  <a:cubicBezTo>
                    <a:pt x="3" y="16"/>
                    <a:pt x="3" y="17"/>
                    <a:pt x="3" y="17"/>
                  </a:cubicBezTo>
                  <a:cubicBezTo>
                    <a:pt x="3" y="18"/>
                    <a:pt x="2" y="19"/>
                    <a:pt x="2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5" y="22"/>
                    <a:pt x="6" y="20"/>
                    <a:pt x="7" y="20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19"/>
                    <a:pt x="11" y="19"/>
                  </a:cubicBezTo>
                  <a:cubicBezTo>
                    <a:pt x="11" y="19"/>
                    <a:pt x="12" y="19"/>
                    <a:pt x="12" y="19"/>
                  </a:cubicBezTo>
                  <a:cubicBezTo>
                    <a:pt x="15" y="16"/>
                    <a:pt x="13" y="15"/>
                    <a:pt x="11" y="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6" name="Freeform 120"/>
            <p:cNvSpPr/>
            <p:nvPr/>
          </p:nvSpPr>
          <p:spPr bwMode="auto">
            <a:xfrm>
              <a:off x="8368294" y="4123841"/>
              <a:ext cx="16679" cy="14754"/>
            </a:xfrm>
            <a:custGeom>
              <a:avLst/>
              <a:gdLst>
                <a:gd name="T0" fmla="*/ 8 w 11"/>
                <a:gd name="T1" fmla="*/ 4 h 10"/>
                <a:gd name="T2" fmla="*/ 7 w 11"/>
                <a:gd name="T3" fmla="*/ 4 h 10"/>
                <a:gd name="T4" fmla="*/ 6 w 11"/>
                <a:gd name="T5" fmla="*/ 3 h 10"/>
                <a:gd name="T6" fmla="*/ 6 w 11"/>
                <a:gd name="T7" fmla="*/ 2 h 10"/>
                <a:gd name="T8" fmla="*/ 3 w 11"/>
                <a:gd name="T9" fmla="*/ 0 h 10"/>
                <a:gd name="T10" fmla="*/ 0 w 11"/>
                <a:gd name="T11" fmla="*/ 2 h 10"/>
                <a:gd name="T12" fmla="*/ 5 w 11"/>
                <a:gd name="T13" fmla="*/ 5 h 10"/>
                <a:gd name="T14" fmla="*/ 7 w 11"/>
                <a:gd name="T15" fmla="*/ 8 h 10"/>
                <a:gd name="T16" fmla="*/ 8 w 11"/>
                <a:gd name="T17" fmla="*/ 9 h 10"/>
                <a:gd name="T18" fmla="*/ 11 w 11"/>
                <a:gd name="T19" fmla="*/ 9 h 10"/>
                <a:gd name="T20" fmla="*/ 8 w 11"/>
                <a:gd name="T21" fmla="*/ 5 h 10"/>
                <a:gd name="T22" fmla="*/ 8 w 11"/>
                <a:gd name="T23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0">
                  <a:moveTo>
                    <a:pt x="8" y="4"/>
                  </a:moveTo>
                  <a:cubicBezTo>
                    <a:pt x="8" y="4"/>
                    <a:pt x="7" y="4"/>
                    <a:pt x="7" y="4"/>
                  </a:cubicBezTo>
                  <a:cubicBezTo>
                    <a:pt x="7" y="3"/>
                    <a:pt x="7" y="3"/>
                    <a:pt x="6" y="3"/>
                  </a:cubicBezTo>
                  <a:cubicBezTo>
                    <a:pt x="6" y="3"/>
                    <a:pt x="6" y="2"/>
                    <a:pt x="6" y="2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1" y="4"/>
                    <a:pt x="4" y="4"/>
                    <a:pt x="5" y="5"/>
                  </a:cubicBezTo>
                  <a:cubicBezTo>
                    <a:pt x="6" y="6"/>
                    <a:pt x="7" y="7"/>
                    <a:pt x="7" y="8"/>
                  </a:cubicBezTo>
                  <a:cubicBezTo>
                    <a:pt x="7" y="8"/>
                    <a:pt x="8" y="9"/>
                    <a:pt x="8" y="9"/>
                  </a:cubicBezTo>
                  <a:cubicBezTo>
                    <a:pt x="9" y="10"/>
                    <a:pt x="10" y="10"/>
                    <a:pt x="11" y="9"/>
                  </a:cubicBezTo>
                  <a:cubicBezTo>
                    <a:pt x="11" y="8"/>
                    <a:pt x="9" y="7"/>
                    <a:pt x="8" y="5"/>
                  </a:cubicBezTo>
                  <a:cubicBezTo>
                    <a:pt x="8" y="5"/>
                    <a:pt x="8" y="5"/>
                    <a:pt x="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7" name="Freeform 121"/>
            <p:cNvSpPr/>
            <p:nvPr/>
          </p:nvSpPr>
          <p:spPr bwMode="auto">
            <a:xfrm>
              <a:off x="8594740" y="3920489"/>
              <a:ext cx="30150" cy="22452"/>
            </a:xfrm>
            <a:custGeom>
              <a:avLst/>
              <a:gdLst>
                <a:gd name="T0" fmla="*/ 3 w 20"/>
                <a:gd name="T1" fmla="*/ 13 h 15"/>
                <a:gd name="T2" fmla="*/ 4 w 20"/>
                <a:gd name="T3" fmla="*/ 14 h 15"/>
                <a:gd name="T4" fmla="*/ 8 w 20"/>
                <a:gd name="T5" fmla="*/ 14 h 15"/>
                <a:gd name="T6" fmla="*/ 10 w 20"/>
                <a:gd name="T7" fmla="*/ 12 h 15"/>
                <a:gd name="T8" fmla="*/ 11 w 20"/>
                <a:gd name="T9" fmla="*/ 10 h 15"/>
                <a:gd name="T10" fmla="*/ 12 w 20"/>
                <a:gd name="T11" fmla="*/ 13 h 15"/>
                <a:gd name="T12" fmla="*/ 16 w 20"/>
                <a:gd name="T13" fmla="*/ 12 h 15"/>
                <a:gd name="T14" fmla="*/ 13 w 20"/>
                <a:gd name="T15" fmla="*/ 9 h 15"/>
                <a:gd name="T16" fmla="*/ 10 w 20"/>
                <a:gd name="T17" fmla="*/ 6 h 15"/>
                <a:gd name="T18" fmla="*/ 17 w 20"/>
                <a:gd name="T19" fmla="*/ 7 h 15"/>
                <a:gd name="T20" fmla="*/ 20 w 20"/>
                <a:gd name="T21" fmla="*/ 4 h 15"/>
                <a:gd name="T22" fmla="*/ 9 w 20"/>
                <a:gd name="T23" fmla="*/ 2 h 15"/>
                <a:gd name="T24" fmla="*/ 7 w 20"/>
                <a:gd name="T25" fmla="*/ 3 h 15"/>
                <a:gd name="T26" fmla="*/ 6 w 20"/>
                <a:gd name="T27" fmla="*/ 3 h 15"/>
                <a:gd name="T28" fmla="*/ 4 w 20"/>
                <a:gd name="T29" fmla="*/ 4 h 15"/>
                <a:gd name="T30" fmla="*/ 1 w 20"/>
                <a:gd name="T31" fmla="*/ 4 h 15"/>
                <a:gd name="T32" fmla="*/ 0 w 20"/>
                <a:gd name="T33" fmla="*/ 6 h 15"/>
                <a:gd name="T34" fmla="*/ 2 w 20"/>
                <a:gd name="T35" fmla="*/ 10 h 15"/>
                <a:gd name="T36" fmla="*/ 3 w 20"/>
                <a:gd name="T37" fmla="*/ 1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15">
                  <a:moveTo>
                    <a:pt x="3" y="13"/>
                  </a:moveTo>
                  <a:cubicBezTo>
                    <a:pt x="3" y="14"/>
                    <a:pt x="4" y="14"/>
                    <a:pt x="4" y="14"/>
                  </a:cubicBezTo>
                  <a:cubicBezTo>
                    <a:pt x="6" y="15"/>
                    <a:pt x="7" y="15"/>
                    <a:pt x="8" y="14"/>
                  </a:cubicBezTo>
                  <a:cubicBezTo>
                    <a:pt x="9" y="13"/>
                    <a:pt x="9" y="13"/>
                    <a:pt x="10" y="12"/>
                  </a:cubicBezTo>
                  <a:cubicBezTo>
                    <a:pt x="10" y="11"/>
                    <a:pt x="10" y="10"/>
                    <a:pt x="11" y="10"/>
                  </a:cubicBezTo>
                  <a:cubicBezTo>
                    <a:pt x="12" y="11"/>
                    <a:pt x="12" y="12"/>
                    <a:pt x="12" y="13"/>
                  </a:cubicBezTo>
                  <a:cubicBezTo>
                    <a:pt x="14" y="13"/>
                    <a:pt x="16" y="13"/>
                    <a:pt x="16" y="12"/>
                  </a:cubicBezTo>
                  <a:cubicBezTo>
                    <a:pt x="15" y="10"/>
                    <a:pt x="14" y="10"/>
                    <a:pt x="13" y="9"/>
                  </a:cubicBezTo>
                  <a:cubicBezTo>
                    <a:pt x="12" y="9"/>
                    <a:pt x="10" y="8"/>
                    <a:pt x="10" y="6"/>
                  </a:cubicBezTo>
                  <a:cubicBezTo>
                    <a:pt x="13" y="6"/>
                    <a:pt x="15" y="8"/>
                    <a:pt x="17" y="7"/>
                  </a:cubicBezTo>
                  <a:cubicBezTo>
                    <a:pt x="18" y="6"/>
                    <a:pt x="20" y="5"/>
                    <a:pt x="20" y="4"/>
                  </a:cubicBezTo>
                  <a:cubicBezTo>
                    <a:pt x="19" y="0"/>
                    <a:pt x="11" y="1"/>
                    <a:pt x="9" y="2"/>
                  </a:cubicBezTo>
                  <a:cubicBezTo>
                    <a:pt x="8" y="2"/>
                    <a:pt x="8" y="3"/>
                    <a:pt x="7" y="3"/>
                  </a:cubicBezTo>
                  <a:cubicBezTo>
                    <a:pt x="7" y="3"/>
                    <a:pt x="6" y="3"/>
                    <a:pt x="6" y="3"/>
                  </a:cubicBezTo>
                  <a:cubicBezTo>
                    <a:pt x="5" y="3"/>
                    <a:pt x="5" y="4"/>
                    <a:pt x="4" y="4"/>
                  </a:cubicBezTo>
                  <a:cubicBezTo>
                    <a:pt x="3" y="4"/>
                    <a:pt x="2" y="3"/>
                    <a:pt x="1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7"/>
                    <a:pt x="1" y="8"/>
                    <a:pt x="2" y="10"/>
                  </a:cubicBezTo>
                  <a:cubicBezTo>
                    <a:pt x="2" y="11"/>
                    <a:pt x="2" y="13"/>
                    <a:pt x="3" y="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8" name="Freeform 122"/>
            <p:cNvSpPr/>
            <p:nvPr/>
          </p:nvSpPr>
          <p:spPr bwMode="auto">
            <a:xfrm>
              <a:off x="8384973" y="4137312"/>
              <a:ext cx="10905" cy="10264"/>
            </a:xfrm>
            <a:custGeom>
              <a:avLst/>
              <a:gdLst>
                <a:gd name="T0" fmla="*/ 0 w 7"/>
                <a:gd name="T1" fmla="*/ 4 h 7"/>
                <a:gd name="T2" fmla="*/ 5 w 7"/>
                <a:gd name="T3" fmla="*/ 6 h 7"/>
                <a:gd name="T4" fmla="*/ 7 w 7"/>
                <a:gd name="T5" fmla="*/ 5 h 7"/>
                <a:gd name="T6" fmla="*/ 0 w 7"/>
                <a:gd name="T7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7">
                  <a:moveTo>
                    <a:pt x="0" y="4"/>
                  </a:moveTo>
                  <a:cubicBezTo>
                    <a:pt x="1" y="5"/>
                    <a:pt x="3" y="6"/>
                    <a:pt x="5" y="6"/>
                  </a:cubicBezTo>
                  <a:cubicBezTo>
                    <a:pt x="6" y="6"/>
                    <a:pt x="7" y="7"/>
                    <a:pt x="7" y="5"/>
                  </a:cubicBezTo>
                  <a:cubicBezTo>
                    <a:pt x="6" y="3"/>
                    <a:pt x="1" y="0"/>
                    <a:pt x="0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9" name="Freeform 123"/>
            <p:cNvSpPr>
              <a:spLocks noEditPoints="1"/>
            </p:cNvSpPr>
            <p:nvPr/>
          </p:nvSpPr>
          <p:spPr bwMode="auto">
            <a:xfrm>
              <a:off x="8533798" y="2652265"/>
              <a:ext cx="92374" cy="92374"/>
            </a:xfrm>
            <a:custGeom>
              <a:avLst/>
              <a:gdLst>
                <a:gd name="T0" fmla="*/ 31 w 61"/>
                <a:gd name="T1" fmla="*/ 0 h 61"/>
                <a:gd name="T2" fmla="*/ 0 w 61"/>
                <a:gd name="T3" fmla="*/ 31 h 61"/>
                <a:gd name="T4" fmla="*/ 31 w 61"/>
                <a:gd name="T5" fmla="*/ 61 h 61"/>
                <a:gd name="T6" fmla="*/ 61 w 61"/>
                <a:gd name="T7" fmla="*/ 31 h 61"/>
                <a:gd name="T8" fmla="*/ 31 w 61"/>
                <a:gd name="T9" fmla="*/ 0 h 61"/>
                <a:gd name="T10" fmla="*/ 31 w 61"/>
                <a:gd name="T11" fmla="*/ 50 h 61"/>
                <a:gd name="T12" fmla="*/ 11 w 61"/>
                <a:gd name="T13" fmla="*/ 31 h 61"/>
                <a:gd name="T14" fmla="*/ 31 w 61"/>
                <a:gd name="T15" fmla="*/ 11 h 61"/>
                <a:gd name="T16" fmla="*/ 50 w 61"/>
                <a:gd name="T17" fmla="*/ 31 h 61"/>
                <a:gd name="T18" fmla="*/ 31 w 61"/>
                <a:gd name="T19" fmla="*/ 5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1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7"/>
                    <a:pt x="14" y="61"/>
                    <a:pt x="31" y="61"/>
                  </a:cubicBezTo>
                  <a:cubicBezTo>
                    <a:pt x="47" y="61"/>
                    <a:pt x="61" y="47"/>
                    <a:pt x="61" y="31"/>
                  </a:cubicBezTo>
                  <a:cubicBezTo>
                    <a:pt x="61" y="14"/>
                    <a:pt x="47" y="0"/>
                    <a:pt x="31" y="0"/>
                  </a:cubicBezTo>
                  <a:close/>
                  <a:moveTo>
                    <a:pt x="31" y="50"/>
                  </a:moveTo>
                  <a:cubicBezTo>
                    <a:pt x="20" y="50"/>
                    <a:pt x="11" y="41"/>
                    <a:pt x="11" y="31"/>
                  </a:cubicBezTo>
                  <a:cubicBezTo>
                    <a:pt x="11" y="20"/>
                    <a:pt x="20" y="11"/>
                    <a:pt x="31" y="11"/>
                  </a:cubicBezTo>
                  <a:cubicBezTo>
                    <a:pt x="41" y="11"/>
                    <a:pt x="50" y="20"/>
                    <a:pt x="50" y="31"/>
                  </a:cubicBezTo>
                  <a:cubicBezTo>
                    <a:pt x="50" y="41"/>
                    <a:pt x="41" y="50"/>
                    <a:pt x="31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0" name="Freeform 124"/>
            <p:cNvSpPr>
              <a:spLocks noEditPoints="1"/>
            </p:cNvSpPr>
            <p:nvPr/>
          </p:nvSpPr>
          <p:spPr bwMode="auto">
            <a:xfrm>
              <a:off x="7823670" y="3454768"/>
              <a:ext cx="91091" cy="92374"/>
            </a:xfrm>
            <a:custGeom>
              <a:avLst/>
              <a:gdLst>
                <a:gd name="T0" fmla="*/ 30 w 60"/>
                <a:gd name="T1" fmla="*/ 0 h 61"/>
                <a:gd name="T2" fmla="*/ 0 w 60"/>
                <a:gd name="T3" fmla="*/ 30 h 61"/>
                <a:gd name="T4" fmla="*/ 30 w 60"/>
                <a:gd name="T5" fmla="*/ 61 h 61"/>
                <a:gd name="T6" fmla="*/ 60 w 60"/>
                <a:gd name="T7" fmla="*/ 30 h 61"/>
                <a:gd name="T8" fmla="*/ 30 w 60"/>
                <a:gd name="T9" fmla="*/ 0 h 61"/>
                <a:gd name="T10" fmla="*/ 30 w 60"/>
                <a:gd name="T11" fmla="*/ 50 h 61"/>
                <a:gd name="T12" fmla="*/ 10 w 60"/>
                <a:gd name="T13" fmla="*/ 30 h 61"/>
                <a:gd name="T14" fmla="*/ 30 w 60"/>
                <a:gd name="T15" fmla="*/ 11 h 61"/>
                <a:gd name="T16" fmla="*/ 50 w 60"/>
                <a:gd name="T17" fmla="*/ 30 h 61"/>
                <a:gd name="T18" fmla="*/ 30 w 60"/>
                <a:gd name="T19" fmla="*/ 5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1">
                  <a:moveTo>
                    <a:pt x="30" y="0"/>
                  </a:move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1"/>
                    <a:pt x="30" y="61"/>
                  </a:cubicBezTo>
                  <a:cubicBezTo>
                    <a:pt x="47" y="61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0" y="41"/>
                    <a:pt x="10" y="30"/>
                  </a:cubicBezTo>
                  <a:cubicBezTo>
                    <a:pt x="10" y="20"/>
                    <a:pt x="19" y="11"/>
                    <a:pt x="30" y="11"/>
                  </a:cubicBezTo>
                  <a:cubicBezTo>
                    <a:pt x="41" y="11"/>
                    <a:pt x="50" y="20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1" name="Freeform 125"/>
            <p:cNvSpPr>
              <a:spLocks noEditPoints="1"/>
            </p:cNvSpPr>
            <p:nvPr/>
          </p:nvSpPr>
          <p:spPr bwMode="auto">
            <a:xfrm>
              <a:off x="8934087" y="5195769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50 h 60"/>
                <a:gd name="T12" fmla="*/ 10 w 60"/>
                <a:gd name="T13" fmla="*/ 30 h 60"/>
                <a:gd name="T14" fmla="*/ 30 w 60"/>
                <a:gd name="T15" fmla="*/ 11 h 60"/>
                <a:gd name="T16" fmla="*/ 49 w 60"/>
                <a:gd name="T17" fmla="*/ 30 h 60"/>
                <a:gd name="T18" fmla="*/ 30 w 60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0" y="41"/>
                    <a:pt x="10" y="30"/>
                  </a:cubicBezTo>
                  <a:cubicBezTo>
                    <a:pt x="10" y="19"/>
                    <a:pt x="19" y="11"/>
                    <a:pt x="30" y="11"/>
                  </a:cubicBezTo>
                  <a:cubicBezTo>
                    <a:pt x="41" y="11"/>
                    <a:pt x="49" y="19"/>
                    <a:pt x="49" y="30"/>
                  </a:cubicBezTo>
                  <a:cubicBezTo>
                    <a:pt x="49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2" name="Freeform 126"/>
            <p:cNvSpPr>
              <a:spLocks noEditPoints="1"/>
            </p:cNvSpPr>
            <p:nvPr/>
          </p:nvSpPr>
          <p:spPr bwMode="auto">
            <a:xfrm>
              <a:off x="8656964" y="5633906"/>
              <a:ext cx="92374" cy="91091"/>
            </a:xfrm>
            <a:custGeom>
              <a:avLst/>
              <a:gdLst>
                <a:gd name="T0" fmla="*/ 30 w 61"/>
                <a:gd name="T1" fmla="*/ 0 h 60"/>
                <a:gd name="T2" fmla="*/ 0 w 61"/>
                <a:gd name="T3" fmla="*/ 30 h 60"/>
                <a:gd name="T4" fmla="*/ 30 w 61"/>
                <a:gd name="T5" fmla="*/ 60 h 60"/>
                <a:gd name="T6" fmla="*/ 61 w 61"/>
                <a:gd name="T7" fmla="*/ 30 h 60"/>
                <a:gd name="T8" fmla="*/ 30 w 61"/>
                <a:gd name="T9" fmla="*/ 0 h 60"/>
                <a:gd name="T10" fmla="*/ 30 w 61"/>
                <a:gd name="T11" fmla="*/ 49 h 60"/>
                <a:gd name="T12" fmla="*/ 11 w 61"/>
                <a:gd name="T13" fmla="*/ 30 h 60"/>
                <a:gd name="T14" fmla="*/ 30 w 61"/>
                <a:gd name="T15" fmla="*/ 10 h 60"/>
                <a:gd name="T16" fmla="*/ 50 w 61"/>
                <a:gd name="T17" fmla="*/ 30 h 60"/>
                <a:gd name="T18" fmla="*/ 30 w 61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0">
                  <a:moveTo>
                    <a:pt x="30" y="0"/>
                  </a:moveTo>
                  <a:cubicBezTo>
                    <a:pt x="14" y="0"/>
                    <a:pt x="0" y="13"/>
                    <a:pt x="0" y="30"/>
                  </a:cubicBezTo>
                  <a:cubicBezTo>
                    <a:pt x="0" y="47"/>
                    <a:pt x="14" y="60"/>
                    <a:pt x="30" y="60"/>
                  </a:cubicBezTo>
                  <a:cubicBezTo>
                    <a:pt x="47" y="60"/>
                    <a:pt x="61" y="47"/>
                    <a:pt x="61" y="30"/>
                  </a:cubicBezTo>
                  <a:cubicBezTo>
                    <a:pt x="61" y="13"/>
                    <a:pt x="47" y="0"/>
                    <a:pt x="30" y="0"/>
                  </a:cubicBezTo>
                  <a:close/>
                  <a:moveTo>
                    <a:pt x="30" y="49"/>
                  </a:moveTo>
                  <a:cubicBezTo>
                    <a:pt x="20" y="49"/>
                    <a:pt x="11" y="41"/>
                    <a:pt x="11" y="30"/>
                  </a:cubicBezTo>
                  <a:cubicBezTo>
                    <a:pt x="11" y="19"/>
                    <a:pt x="20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0" y="49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3" name="Freeform 127"/>
            <p:cNvSpPr>
              <a:spLocks noEditPoints="1"/>
            </p:cNvSpPr>
            <p:nvPr/>
          </p:nvSpPr>
          <p:spPr bwMode="auto">
            <a:xfrm>
              <a:off x="9905943" y="4615221"/>
              <a:ext cx="91091" cy="90450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49 h 60"/>
                <a:gd name="T12" fmla="*/ 11 w 60"/>
                <a:gd name="T13" fmla="*/ 30 h 60"/>
                <a:gd name="T14" fmla="*/ 30 w 60"/>
                <a:gd name="T15" fmla="*/ 10 h 60"/>
                <a:gd name="T16" fmla="*/ 50 w 60"/>
                <a:gd name="T17" fmla="*/ 30 h 60"/>
                <a:gd name="T18" fmla="*/ 30 w 60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60"/>
                    <a:pt x="30" y="60"/>
                  </a:cubicBezTo>
                  <a:cubicBezTo>
                    <a:pt x="47" y="60"/>
                    <a:pt x="60" y="46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30" y="49"/>
                  </a:moveTo>
                  <a:cubicBezTo>
                    <a:pt x="19" y="49"/>
                    <a:pt x="11" y="41"/>
                    <a:pt x="11" y="30"/>
                  </a:cubicBezTo>
                  <a:cubicBezTo>
                    <a:pt x="11" y="19"/>
                    <a:pt x="19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0" y="49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4" name="Freeform 128"/>
            <p:cNvSpPr>
              <a:spLocks noEditPoints="1"/>
            </p:cNvSpPr>
            <p:nvPr/>
          </p:nvSpPr>
          <p:spPr bwMode="auto">
            <a:xfrm>
              <a:off x="10122766" y="5861634"/>
              <a:ext cx="92374" cy="91091"/>
            </a:xfrm>
            <a:custGeom>
              <a:avLst/>
              <a:gdLst>
                <a:gd name="T0" fmla="*/ 31 w 61"/>
                <a:gd name="T1" fmla="*/ 0 h 60"/>
                <a:gd name="T2" fmla="*/ 0 w 61"/>
                <a:gd name="T3" fmla="*/ 30 h 60"/>
                <a:gd name="T4" fmla="*/ 31 w 61"/>
                <a:gd name="T5" fmla="*/ 60 h 60"/>
                <a:gd name="T6" fmla="*/ 61 w 61"/>
                <a:gd name="T7" fmla="*/ 30 h 60"/>
                <a:gd name="T8" fmla="*/ 31 w 61"/>
                <a:gd name="T9" fmla="*/ 0 h 60"/>
                <a:gd name="T10" fmla="*/ 31 w 61"/>
                <a:gd name="T11" fmla="*/ 50 h 60"/>
                <a:gd name="T12" fmla="*/ 11 w 61"/>
                <a:gd name="T13" fmla="*/ 30 h 60"/>
                <a:gd name="T14" fmla="*/ 31 w 61"/>
                <a:gd name="T15" fmla="*/ 11 h 60"/>
                <a:gd name="T16" fmla="*/ 50 w 61"/>
                <a:gd name="T17" fmla="*/ 30 h 60"/>
                <a:gd name="T18" fmla="*/ 31 w 61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0">
                  <a:moveTo>
                    <a:pt x="31" y="0"/>
                  </a:move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0"/>
                    <a:pt x="31" y="60"/>
                  </a:cubicBezTo>
                  <a:cubicBezTo>
                    <a:pt x="47" y="60"/>
                    <a:pt x="61" y="47"/>
                    <a:pt x="61" y="30"/>
                  </a:cubicBezTo>
                  <a:cubicBezTo>
                    <a:pt x="61" y="14"/>
                    <a:pt x="47" y="0"/>
                    <a:pt x="31" y="0"/>
                  </a:cubicBezTo>
                  <a:close/>
                  <a:moveTo>
                    <a:pt x="31" y="50"/>
                  </a:moveTo>
                  <a:cubicBezTo>
                    <a:pt x="20" y="50"/>
                    <a:pt x="11" y="41"/>
                    <a:pt x="11" y="30"/>
                  </a:cubicBezTo>
                  <a:cubicBezTo>
                    <a:pt x="11" y="19"/>
                    <a:pt x="20" y="11"/>
                    <a:pt x="31" y="11"/>
                  </a:cubicBezTo>
                  <a:cubicBezTo>
                    <a:pt x="41" y="11"/>
                    <a:pt x="50" y="19"/>
                    <a:pt x="50" y="30"/>
                  </a:cubicBezTo>
                  <a:cubicBezTo>
                    <a:pt x="50" y="41"/>
                    <a:pt x="41" y="50"/>
                    <a:pt x="31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5" name="Freeform 129"/>
            <p:cNvSpPr>
              <a:spLocks noEditPoints="1"/>
            </p:cNvSpPr>
            <p:nvPr/>
          </p:nvSpPr>
          <p:spPr bwMode="auto">
            <a:xfrm>
              <a:off x="8972577" y="3443863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50 h 60"/>
                <a:gd name="T12" fmla="*/ 11 w 60"/>
                <a:gd name="T13" fmla="*/ 30 h 60"/>
                <a:gd name="T14" fmla="*/ 30 w 60"/>
                <a:gd name="T15" fmla="*/ 11 h 60"/>
                <a:gd name="T16" fmla="*/ 50 w 60"/>
                <a:gd name="T17" fmla="*/ 30 h 60"/>
                <a:gd name="T18" fmla="*/ 30 w 60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1" y="41"/>
                    <a:pt x="11" y="30"/>
                  </a:cubicBezTo>
                  <a:cubicBezTo>
                    <a:pt x="11" y="20"/>
                    <a:pt x="19" y="11"/>
                    <a:pt x="30" y="11"/>
                  </a:cubicBezTo>
                  <a:cubicBezTo>
                    <a:pt x="41" y="11"/>
                    <a:pt x="50" y="20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6" name="Freeform 130"/>
            <p:cNvSpPr>
              <a:spLocks noEditPoints="1"/>
            </p:cNvSpPr>
            <p:nvPr/>
          </p:nvSpPr>
          <p:spPr bwMode="auto">
            <a:xfrm>
              <a:off x="8127094" y="3751777"/>
              <a:ext cx="92374" cy="91091"/>
            </a:xfrm>
            <a:custGeom>
              <a:avLst/>
              <a:gdLst>
                <a:gd name="T0" fmla="*/ 31 w 61"/>
                <a:gd name="T1" fmla="*/ 0 h 60"/>
                <a:gd name="T2" fmla="*/ 0 w 61"/>
                <a:gd name="T3" fmla="*/ 30 h 60"/>
                <a:gd name="T4" fmla="*/ 31 w 61"/>
                <a:gd name="T5" fmla="*/ 60 h 60"/>
                <a:gd name="T6" fmla="*/ 61 w 61"/>
                <a:gd name="T7" fmla="*/ 30 h 60"/>
                <a:gd name="T8" fmla="*/ 31 w 61"/>
                <a:gd name="T9" fmla="*/ 0 h 60"/>
                <a:gd name="T10" fmla="*/ 31 w 61"/>
                <a:gd name="T11" fmla="*/ 49 h 60"/>
                <a:gd name="T12" fmla="*/ 11 w 61"/>
                <a:gd name="T13" fmla="*/ 30 h 60"/>
                <a:gd name="T14" fmla="*/ 31 w 61"/>
                <a:gd name="T15" fmla="*/ 10 h 60"/>
                <a:gd name="T16" fmla="*/ 50 w 61"/>
                <a:gd name="T17" fmla="*/ 30 h 60"/>
                <a:gd name="T18" fmla="*/ 31 w 61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0">
                  <a:moveTo>
                    <a:pt x="31" y="0"/>
                  </a:moveTo>
                  <a:cubicBezTo>
                    <a:pt x="14" y="0"/>
                    <a:pt x="0" y="13"/>
                    <a:pt x="0" y="30"/>
                  </a:cubicBezTo>
                  <a:cubicBezTo>
                    <a:pt x="0" y="46"/>
                    <a:pt x="14" y="60"/>
                    <a:pt x="31" y="60"/>
                  </a:cubicBezTo>
                  <a:cubicBezTo>
                    <a:pt x="47" y="60"/>
                    <a:pt x="61" y="46"/>
                    <a:pt x="61" y="30"/>
                  </a:cubicBezTo>
                  <a:cubicBezTo>
                    <a:pt x="61" y="13"/>
                    <a:pt x="47" y="0"/>
                    <a:pt x="31" y="0"/>
                  </a:cubicBezTo>
                  <a:close/>
                  <a:moveTo>
                    <a:pt x="31" y="49"/>
                  </a:moveTo>
                  <a:cubicBezTo>
                    <a:pt x="20" y="49"/>
                    <a:pt x="11" y="41"/>
                    <a:pt x="11" y="30"/>
                  </a:cubicBezTo>
                  <a:cubicBezTo>
                    <a:pt x="11" y="19"/>
                    <a:pt x="20" y="10"/>
                    <a:pt x="31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1" y="49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7" name="Freeform 131"/>
            <p:cNvSpPr>
              <a:spLocks noEditPoints="1"/>
            </p:cNvSpPr>
            <p:nvPr/>
          </p:nvSpPr>
          <p:spPr bwMode="auto">
            <a:xfrm>
              <a:off x="9653838" y="2277636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49 h 60"/>
                <a:gd name="T12" fmla="*/ 10 w 60"/>
                <a:gd name="T13" fmla="*/ 30 h 60"/>
                <a:gd name="T14" fmla="*/ 30 w 60"/>
                <a:gd name="T15" fmla="*/ 10 h 60"/>
                <a:gd name="T16" fmla="*/ 50 w 60"/>
                <a:gd name="T17" fmla="*/ 30 h 60"/>
                <a:gd name="T18" fmla="*/ 30 w 60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60"/>
                    <a:pt x="30" y="60"/>
                  </a:cubicBezTo>
                  <a:cubicBezTo>
                    <a:pt x="47" y="60"/>
                    <a:pt x="60" y="46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30" y="49"/>
                  </a:moveTo>
                  <a:cubicBezTo>
                    <a:pt x="19" y="49"/>
                    <a:pt x="10" y="41"/>
                    <a:pt x="10" y="30"/>
                  </a:cubicBezTo>
                  <a:cubicBezTo>
                    <a:pt x="10" y="19"/>
                    <a:pt x="19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0" y="49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8" name="Freeform 132"/>
            <p:cNvSpPr>
              <a:spLocks noEditPoints="1"/>
            </p:cNvSpPr>
            <p:nvPr/>
          </p:nvSpPr>
          <p:spPr bwMode="auto">
            <a:xfrm>
              <a:off x="8908428" y="1878630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49 h 60"/>
                <a:gd name="T12" fmla="*/ 11 w 60"/>
                <a:gd name="T13" fmla="*/ 30 h 60"/>
                <a:gd name="T14" fmla="*/ 30 w 60"/>
                <a:gd name="T15" fmla="*/ 10 h 60"/>
                <a:gd name="T16" fmla="*/ 50 w 60"/>
                <a:gd name="T17" fmla="*/ 30 h 60"/>
                <a:gd name="T18" fmla="*/ 30 w 60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60"/>
                    <a:pt x="30" y="60"/>
                  </a:cubicBezTo>
                  <a:cubicBezTo>
                    <a:pt x="47" y="60"/>
                    <a:pt x="60" y="46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30" y="49"/>
                  </a:moveTo>
                  <a:cubicBezTo>
                    <a:pt x="19" y="49"/>
                    <a:pt x="11" y="41"/>
                    <a:pt x="11" y="30"/>
                  </a:cubicBezTo>
                  <a:cubicBezTo>
                    <a:pt x="11" y="19"/>
                    <a:pt x="19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0" y="49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9" name="Freeform 133"/>
            <p:cNvSpPr>
              <a:spLocks noEditPoints="1"/>
            </p:cNvSpPr>
            <p:nvPr/>
          </p:nvSpPr>
          <p:spPr bwMode="auto">
            <a:xfrm>
              <a:off x="8485045" y="2089680"/>
              <a:ext cx="91091" cy="92374"/>
            </a:xfrm>
            <a:custGeom>
              <a:avLst/>
              <a:gdLst>
                <a:gd name="T0" fmla="*/ 30 w 60"/>
                <a:gd name="T1" fmla="*/ 0 h 61"/>
                <a:gd name="T2" fmla="*/ 0 w 60"/>
                <a:gd name="T3" fmla="*/ 30 h 61"/>
                <a:gd name="T4" fmla="*/ 30 w 60"/>
                <a:gd name="T5" fmla="*/ 61 h 61"/>
                <a:gd name="T6" fmla="*/ 60 w 60"/>
                <a:gd name="T7" fmla="*/ 30 h 61"/>
                <a:gd name="T8" fmla="*/ 30 w 60"/>
                <a:gd name="T9" fmla="*/ 0 h 61"/>
                <a:gd name="T10" fmla="*/ 30 w 60"/>
                <a:gd name="T11" fmla="*/ 50 h 61"/>
                <a:gd name="T12" fmla="*/ 11 w 60"/>
                <a:gd name="T13" fmla="*/ 30 h 61"/>
                <a:gd name="T14" fmla="*/ 30 w 60"/>
                <a:gd name="T15" fmla="*/ 11 h 61"/>
                <a:gd name="T16" fmla="*/ 50 w 60"/>
                <a:gd name="T17" fmla="*/ 30 h 61"/>
                <a:gd name="T18" fmla="*/ 30 w 60"/>
                <a:gd name="T19" fmla="*/ 5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1">
                  <a:moveTo>
                    <a:pt x="30" y="0"/>
                  </a:move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1"/>
                    <a:pt x="30" y="61"/>
                  </a:cubicBezTo>
                  <a:cubicBezTo>
                    <a:pt x="47" y="61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1" y="41"/>
                    <a:pt x="11" y="30"/>
                  </a:cubicBezTo>
                  <a:cubicBezTo>
                    <a:pt x="11" y="20"/>
                    <a:pt x="19" y="11"/>
                    <a:pt x="30" y="11"/>
                  </a:cubicBezTo>
                  <a:cubicBezTo>
                    <a:pt x="41" y="11"/>
                    <a:pt x="50" y="20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0" name="Freeform 134"/>
            <p:cNvSpPr>
              <a:spLocks noEditPoints="1"/>
            </p:cNvSpPr>
            <p:nvPr/>
          </p:nvSpPr>
          <p:spPr bwMode="auto">
            <a:xfrm>
              <a:off x="10906024" y="2673435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50 h 60"/>
                <a:gd name="T12" fmla="*/ 11 w 60"/>
                <a:gd name="T13" fmla="*/ 30 h 60"/>
                <a:gd name="T14" fmla="*/ 30 w 60"/>
                <a:gd name="T15" fmla="*/ 11 h 60"/>
                <a:gd name="T16" fmla="*/ 50 w 60"/>
                <a:gd name="T17" fmla="*/ 30 h 60"/>
                <a:gd name="T18" fmla="*/ 30 w 60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1" y="41"/>
                    <a:pt x="11" y="30"/>
                  </a:cubicBezTo>
                  <a:cubicBezTo>
                    <a:pt x="11" y="19"/>
                    <a:pt x="19" y="11"/>
                    <a:pt x="30" y="11"/>
                  </a:cubicBezTo>
                  <a:cubicBezTo>
                    <a:pt x="41" y="11"/>
                    <a:pt x="50" y="19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1" name="Freeform 135"/>
            <p:cNvSpPr>
              <a:spLocks noEditPoints="1"/>
            </p:cNvSpPr>
            <p:nvPr/>
          </p:nvSpPr>
          <p:spPr bwMode="auto">
            <a:xfrm>
              <a:off x="11081792" y="3459258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50 h 60"/>
                <a:gd name="T12" fmla="*/ 10 w 60"/>
                <a:gd name="T13" fmla="*/ 30 h 60"/>
                <a:gd name="T14" fmla="*/ 30 w 60"/>
                <a:gd name="T15" fmla="*/ 11 h 60"/>
                <a:gd name="T16" fmla="*/ 49 w 60"/>
                <a:gd name="T17" fmla="*/ 30 h 60"/>
                <a:gd name="T18" fmla="*/ 30 w 60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0" y="41"/>
                    <a:pt x="10" y="30"/>
                  </a:cubicBezTo>
                  <a:cubicBezTo>
                    <a:pt x="10" y="20"/>
                    <a:pt x="19" y="11"/>
                    <a:pt x="30" y="11"/>
                  </a:cubicBezTo>
                  <a:cubicBezTo>
                    <a:pt x="41" y="11"/>
                    <a:pt x="49" y="20"/>
                    <a:pt x="49" y="30"/>
                  </a:cubicBezTo>
                  <a:cubicBezTo>
                    <a:pt x="49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2" name="Freeform 136"/>
            <p:cNvSpPr>
              <a:spLocks noEditPoints="1"/>
            </p:cNvSpPr>
            <p:nvPr/>
          </p:nvSpPr>
          <p:spPr bwMode="auto">
            <a:xfrm>
              <a:off x="9152835" y="4057126"/>
              <a:ext cx="91091" cy="92374"/>
            </a:xfrm>
            <a:custGeom>
              <a:avLst/>
              <a:gdLst>
                <a:gd name="T0" fmla="*/ 30 w 60"/>
                <a:gd name="T1" fmla="*/ 0 h 61"/>
                <a:gd name="T2" fmla="*/ 0 w 60"/>
                <a:gd name="T3" fmla="*/ 30 h 61"/>
                <a:gd name="T4" fmla="*/ 30 w 60"/>
                <a:gd name="T5" fmla="*/ 61 h 61"/>
                <a:gd name="T6" fmla="*/ 60 w 60"/>
                <a:gd name="T7" fmla="*/ 30 h 61"/>
                <a:gd name="T8" fmla="*/ 30 w 60"/>
                <a:gd name="T9" fmla="*/ 0 h 61"/>
                <a:gd name="T10" fmla="*/ 30 w 60"/>
                <a:gd name="T11" fmla="*/ 50 h 61"/>
                <a:gd name="T12" fmla="*/ 10 w 60"/>
                <a:gd name="T13" fmla="*/ 30 h 61"/>
                <a:gd name="T14" fmla="*/ 30 w 60"/>
                <a:gd name="T15" fmla="*/ 11 h 61"/>
                <a:gd name="T16" fmla="*/ 49 w 60"/>
                <a:gd name="T17" fmla="*/ 30 h 61"/>
                <a:gd name="T18" fmla="*/ 30 w 60"/>
                <a:gd name="T19" fmla="*/ 5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1">
                  <a:moveTo>
                    <a:pt x="30" y="0"/>
                  </a:move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1"/>
                    <a:pt x="30" y="61"/>
                  </a:cubicBezTo>
                  <a:cubicBezTo>
                    <a:pt x="47" y="61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0" y="41"/>
                    <a:pt x="10" y="30"/>
                  </a:cubicBezTo>
                  <a:cubicBezTo>
                    <a:pt x="10" y="20"/>
                    <a:pt x="19" y="11"/>
                    <a:pt x="30" y="11"/>
                  </a:cubicBezTo>
                  <a:cubicBezTo>
                    <a:pt x="41" y="11"/>
                    <a:pt x="49" y="20"/>
                    <a:pt x="49" y="30"/>
                  </a:cubicBezTo>
                  <a:cubicBezTo>
                    <a:pt x="49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3" name="Freeform 137"/>
            <p:cNvSpPr>
              <a:spLocks noEditPoints="1"/>
            </p:cNvSpPr>
            <p:nvPr/>
          </p:nvSpPr>
          <p:spPr bwMode="auto">
            <a:xfrm>
              <a:off x="8023814" y="4193122"/>
              <a:ext cx="91091" cy="92374"/>
            </a:xfrm>
            <a:custGeom>
              <a:avLst/>
              <a:gdLst>
                <a:gd name="T0" fmla="*/ 30 w 60"/>
                <a:gd name="T1" fmla="*/ 0 h 61"/>
                <a:gd name="T2" fmla="*/ 0 w 60"/>
                <a:gd name="T3" fmla="*/ 30 h 61"/>
                <a:gd name="T4" fmla="*/ 30 w 60"/>
                <a:gd name="T5" fmla="*/ 61 h 61"/>
                <a:gd name="T6" fmla="*/ 60 w 60"/>
                <a:gd name="T7" fmla="*/ 30 h 61"/>
                <a:gd name="T8" fmla="*/ 30 w 60"/>
                <a:gd name="T9" fmla="*/ 0 h 61"/>
                <a:gd name="T10" fmla="*/ 30 w 60"/>
                <a:gd name="T11" fmla="*/ 50 h 61"/>
                <a:gd name="T12" fmla="*/ 11 w 60"/>
                <a:gd name="T13" fmla="*/ 30 h 61"/>
                <a:gd name="T14" fmla="*/ 30 w 60"/>
                <a:gd name="T15" fmla="*/ 11 h 61"/>
                <a:gd name="T16" fmla="*/ 50 w 60"/>
                <a:gd name="T17" fmla="*/ 30 h 61"/>
                <a:gd name="T18" fmla="*/ 30 w 60"/>
                <a:gd name="T19" fmla="*/ 5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1">
                  <a:moveTo>
                    <a:pt x="30" y="0"/>
                  </a:move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1"/>
                    <a:pt x="30" y="61"/>
                  </a:cubicBezTo>
                  <a:cubicBezTo>
                    <a:pt x="47" y="61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1" y="41"/>
                    <a:pt x="11" y="30"/>
                  </a:cubicBezTo>
                  <a:cubicBezTo>
                    <a:pt x="11" y="20"/>
                    <a:pt x="19" y="11"/>
                    <a:pt x="30" y="11"/>
                  </a:cubicBezTo>
                  <a:cubicBezTo>
                    <a:pt x="41" y="11"/>
                    <a:pt x="50" y="20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4" name="Freeform 138"/>
            <p:cNvSpPr>
              <a:spLocks noEditPoints="1"/>
            </p:cNvSpPr>
            <p:nvPr/>
          </p:nvSpPr>
          <p:spPr bwMode="auto">
            <a:xfrm>
              <a:off x="10474944" y="4789065"/>
              <a:ext cx="92374" cy="91091"/>
            </a:xfrm>
            <a:custGeom>
              <a:avLst/>
              <a:gdLst>
                <a:gd name="T0" fmla="*/ 30 w 61"/>
                <a:gd name="T1" fmla="*/ 0 h 60"/>
                <a:gd name="T2" fmla="*/ 0 w 61"/>
                <a:gd name="T3" fmla="*/ 30 h 60"/>
                <a:gd name="T4" fmla="*/ 30 w 61"/>
                <a:gd name="T5" fmla="*/ 60 h 60"/>
                <a:gd name="T6" fmla="*/ 61 w 61"/>
                <a:gd name="T7" fmla="*/ 30 h 60"/>
                <a:gd name="T8" fmla="*/ 30 w 61"/>
                <a:gd name="T9" fmla="*/ 0 h 60"/>
                <a:gd name="T10" fmla="*/ 30 w 61"/>
                <a:gd name="T11" fmla="*/ 49 h 60"/>
                <a:gd name="T12" fmla="*/ 11 w 61"/>
                <a:gd name="T13" fmla="*/ 30 h 60"/>
                <a:gd name="T14" fmla="*/ 30 w 61"/>
                <a:gd name="T15" fmla="*/ 10 h 60"/>
                <a:gd name="T16" fmla="*/ 50 w 61"/>
                <a:gd name="T17" fmla="*/ 30 h 60"/>
                <a:gd name="T18" fmla="*/ 30 w 61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0">
                  <a:moveTo>
                    <a:pt x="30" y="0"/>
                  </a:moveTo>
                  <a:cubicBezTo>
                    <a:pt x="14" y="0"/>
                    <a:pt x="0" y="13"/>
                    <a:pt x="0" y="30"/>
                  </a:cubicBezTo>
                  <a:cubicBezTo>
                    <a:pt x="0" y="46"/>
                    <a:pt x="14" y="60"/>
                    <a:pt x="30" y="60"/>
                  </a:cubicBezTo>
                  <a:cubicBezTo>
                    <a:pt x="47" y="60"/>
                    <a:pt x="61" y="46"/>
                    <a:pt x="61" y="30"/>
                  </a:cubicBezTo>
                  <a:cubicBezTo>
                    <a:pt x="61" y="13"/>
                    <a:pt x="47" y="0"/>
                    <a:pt x="30" y="0"/>
                  </a:cubicBezTo>
                  <a:close/>
                  <a:moveTo>
                    <a:pt x="30" y="49"/>
                  </a:moveTo>
                  <a:cubicBezTo>
                    <a:pt x="20" y="49"/>
                    <a:pt x="11" y="41"/>
                    <a:pt x="11" y="30"/>
                  </a:cubicBezTo>
                  <a:cubicBezTo>
                    <a:pt x="11" y="19"/>
                    <a:pt x="20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0" y="49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5" name="Freeform 139"/>
            <p:cNvSpPr>
              <a:spLocks noEditPoints="1"/>
            </p:cNvSpPr>
            <p:nvPr/>
          </p:nvSpPr>
          <p:spPr bwMode="auto">
            <a:xfrm>
              <a:off x="9705157" y="5844955"/>
              <a:ext cx="93016" cy="91091"/>
            </a:xfrm>
            <a:custGeom>
              <a:avLst/>
              <a:gdLst>
                <a:gd name="T0" fmla="*/ 30 w 61"/>
                <a:gd name="T1" fmla="*/ 0 h 60"/>
                <a:gd name="T2" fmla="*/ 0 w 61"/>
                <a:gd name="T3" fmla="*/ 30 h 60"/>
                <a:gd name="T4" fmla="*/ 30 w 61"/>
                <a:gd name="T5" fmla="*/ 60 h 60"/>
                <a:gd name="T6" fmla="*/ 61 w 61"/>
                <a:gd name="T7" fmla="*/ 30 h 60"/>
                <a:gd name="T8" fmla="*/ 30 w 61"/>
                <a:gd name="T9" fmla="*/ 0 h 60"/>
                <a:gd name="T10" fmla="*/ 30 w 61"/>
                <a:gd name="T11" fmla="*/ 50 h 60"/>
                <a:gd name="T12" fmla="*/ 11 w 61"/>
                <a:gd name="T13" fmla="*/ 30 h 60"/>
                <a:gd name="T14" fmla="*/ 30 w 61"/>
                <a:gd name="T15" fmla="*/ 10 h 60"/>
                <a:gd name="T16" fmla="*/ 50 w 61"/>
                <a:gd name="T17" fmla="*/ 30 h 60"/>
                <a:gd name="T18" fmla="*/ 30 w 61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0">
                  <a:moveTo>
                    <a:pt x="30" y="0"/>
                  </a:moveTo>
                  <a:cubicBezTo>
                    <a:pt x="14" y="0"/>
                    <a:pt x="0" y="13"/>
                    <a:pt x="0" y="30"/>
                  </a:cubicBezTo>
                  <a:cubicBezTo>
                    <a:pt x="0" y="47"/>
                    <a:pt x="14" y="60"/>
                    <a:pt x="30" y="60"/>
                  </a:cubicBezTo>
                  <a:cubicBezTo>
                    <a:pt x="47" y="60"/>
                    <a:pt x="61" y="47"/>
                    <a:pt x="61" y="30"/>
                  </a:cubicBezTo>
                  <a:cubicBezTo>
                    <a:pt x="61" y="13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20" y="50"/>
                    <a:pt x="11" y="41"/>
                    <a:pt x="11" y="30"/>
                  </a:cubicBezTo>
                  <a:cubicBezTo>
                    <a:pt x="11" y="19"/>
                    <a:pt x="20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6" name="Oval 140"/>
            <p:cNvSpPr>
              <a:spLocks noChangeArrowheads="1"/>
            </p:cNvSpPr>
            <p:nvPr/>
          </p:nvSpPr>
          <p:spPr bwMode="auto">
            <a:xfrm>
              <a:off x="9137439" y="2760036"/>
              <a:ext cx="56451" cy="5645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7" name="Freeform 141"/>
            <p:cNvSpPr>
              <a:spLocks noEditPoints="1"/>
            </p:cNvSpPr>
            <p:nvPr/>
          </p:nvSpPr>
          <p:spPr bwMode="auto">
            <a:xfrm>
              <a:off x="9128458" y="2751055"/>
              <a:ext cx="74413" cy="74413"/>
            </a:xfrm>
            <a:custGeom>
              <a:avLst/>
              <a:gdLst>
                <a:gd name="T0" fmla="*/ 24 w 49"/>
                <a:gd name="T1" fmla="*/ 49 h 49"/>
                <a:gd name="T2" fmla="*/ 0 w 49"/>
                <a:gd name="T3" fmla="*/ 24 h 49"/>
                <a:gd name="T4" fmla="*/ 24 w 49"/>
                <a:gd name="T5" fmla="*/ 0 h 49"/>
                <a:gd name="T6" fmla="*/ 49 w 49"/>
                <a:gd name="T7" fmla="*/ 24 h 49"/>
                <a:gd name="T8" fmla="*/ 24 w 49"/>
                <a:gd name="T9" fmla="*/ 49 h 49"/>
                <a:gd name="T10" fmla="*/ 24 w 49"/>
                <a:gd name="T11" fmla="*/ 11 h 49"/>
                <a:gd name="T12" fmla="*/ 12 w 49"/>
                <a:gd name="T13" fmla="*/ 24 h 49"/>
                <a:gd name="T14" fmla="*/ 24 w 49"/>
                <a:gd name="T15" fmla="*/ 37 h 49"/>
                <a:gd name="T16" fmla="*/ 37 w 49"/>
                <a:gd name="T17" fmla="*/ 24 h 49"/>
                <a:gd name="T18" fmla="*/ 24 w 49"/>
                <a:gd name="T19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" h="49">
                  <a:moveTo>
                    <a:pt x="24" y="49"/>
                  </a:moveTo>
                  <a:cubicBezTo>
                    <a:pt x="11" y="49"/>
                    <a:pt x="0" y="38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8" y="0"/>
                    <a:pt x="49" y="11"/>
                    <a:pt x="49" y="24"/>
                  </a:cubicBezTo>
                  <a:cubicBezTo>
                    <a:pt x="49" y="38"/>
                    <a:pt x="38" y="49"/>
                    <a:pt x="24" y="49"/>
                  </a:cubicBezTo>
                  <a:close/>
                  <a:moveTo>
                    <a:pt x="24" y="11"/>
                  </a:moveTo>
                  <a:cubicBezTo>
                    <a:pt x="17" y="11"/>
                    <a:pt x="12" y="17"/>
                    <a:pt x="12" y="24"/>
                  </a:cubicBezTo>
                  <a:cubicBezTo>
                    <a:pt x="12" y="31"/>
                    <a:pt x="17" y="37"/>
                    <a:pt x="24" y="37"/>
                  </a:cubicBezTo>
                  <a:cubicBezTo>
                    <a:pt x="32" y="37"/>
                    <a:pt x="37" y="31"/>
                    <a:pt x="37" y="24"/>
                  </a:cubicBezTo>
                  <a:cubicBezTo>
                    <a:pt x="37" y="17"/>
                    <a:pt x="32" y="11"/>
                    <a:pt x="24" y="11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8" name="Oval 142"/>
            <p:cNvSpPr>
              <a:spLocks noChangeArrowheads="1"/>
            </p:cNvSpPr>
            <p:nvPr/>
          </p:nvSpPr>
          <p:spPr bwMode="auto">
            <a:xfrm>
              <a:off x="7823670" y="3245643"/>
              <a:ext cx="69922" cy="6928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9" name="Freeform 143"/>
            <p:cNvSpPr>
              <a:spLocks noEditPoints="1"/>
            </p:cNvSpPr>
            <p:nvPr/>
          </p:nvSpPr>
          <p:spPr bwMode="auto">
            <a:xfrm>
              <a:off x="7814689" y="3236020"/>
              <a:ext cx="87884" cy="86601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9 h 57"/>
                <a:gd name="T4" fmla="*/ 29 w 58"/>
                <a:gd name="T5" fmla="*/ 0 h 57"/>
                <a:gd name="T6" fmla="*/ 58 w 58"/>
                <a:gd name="T7" fmla="*/ 29 h 57"/>
                <a:gd name="T8" fmla="*/ 29 w 58"/>
                <a:gd name="T9" fmla="*/ 57 h 57"/>
                <a:gd name="T10" fmla="*/ 29 w 58"/>
                <a:gd name="T11" fmla="*/ 12 h 57"/>
                <a:gd name="T12" fmla="*/ 12 w 58"/>
                <a:gd name="T13" fmla="*/ 29 h 57"/>
                <a:gd name="T14" fmla="*/ 29 w 58"/>
                <a:gd name="T15" fmla="*/ 46 h 57"/>
                <a:gd name="T16" fmla="*/ 46 w 58"/>
                <a:gd name="T17" fmla="*/ 29 h 57"/>
                <a:gd name="T18" fmla="*/ 29 w 58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7"/>
                    <a:pt x="29" y="57"/>
                  </a:cubicBezTo>
                  <a:close/>
                  <a:moveTo>
                    <a:pt x="29" y="12"/>
                  </a:moveTo>
                  <a:cubicBezTo>
                    <a:pt x="19" y="12"/>
                    <a:pt x="12" y="19"/>
                    <a:pt x="12" y="29"/>
                  </a:cubicBezTo>
                  <a:cubicBezTo>
                    <a:pt x="12" y="38"/>
                    <a:pt x="19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0" name="Oval 144"/>
            <p:cNvSpPr>
              <a:spLocks noChangeArrowheads="1"/>
            </p:cNvSpPr>
            <p:nvPr/>
          </p:nvSpPr>
          <p:spPr bwMode="auto">
            <a:xfrm>
              <a:off x="9186192" y="2165375"/>
              <a:ext cx="68639" cy="68639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1" name="Freeform 145"/>
            <p:cNvSpPr>
              <a:spLocks noEditPoints="1"/>
            </p:cNvSpPr>
            <p:nvPr/>
          </p:nvSpPr>
          <p:spPr bwMode="auto">
            <a:xfrm>
              <a:off x="9177212" y="2156395"/>
              <a:ext cx="86601" cy="86601"/>
            </a:xfrm>
            <a:custGeom>
              <a:avLst/>
              <a:gdLst>
                <a:gd name="T0" fmla="*/ 29 w 57"/>
                <a:gd name="T1" fmla="*/ 57 h 57"/>
                <a:gd name="T2" fmla="*/ 0 w 57"/>
                <a:gd name="T3" fmla="*/ 29 h 57"/>
                <a:gd name="T4" fmla="*/ 29 w 57"/>
                <a:gd name="T5" fmla="*/ 0 h 57"/>
                <a:gd name="T6" fmla="*/ 57 w 57"/>
                <a:gd name="T7" fmla="*/ 29 h 57"/>
                <a:gd name="T8" fmla="*/ 29 w 57"/>
                <a:gd name="T9" fmla="*/ 57 h 57"/>
                <a:gd name="T10" fmla="*/ 29 w 57"/>
                <a:gd name="T11" fmla="*/ 12 h 57"/>
                <a:gd name="T12" fmla="*/ 12 w 57"/>
                <a:gd name="T13" fmla="*/ 29 h 57"/>
                <a:gd name="T14" fmla="*/ 29 w 57"/>
                <a:gd name="T15" fmla="*/ 46 h 57"/>
                <a:gd name="T16" fmla="*/ 46 w 57"/>
                <a:gd name="T17" fmla="*/ 29 h 57"/>
                <a:gd name="T18" fmla="*/ 29 w 57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9" y="57"/>
                  </a:move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4"/>
                    <a:pt x="44" y="57"/>
                    <a:pt x="29" y="57"/>
                  </a:cubicBezTo>
                  <a:close/>
                  <a:moveTo>
                    <a:pt x="29" y="12"/>
                  </a:moveTo>
                  <a:cubicBezTo>
                    <a:pt x="19" y="12"/>
                    <a:pt x="12" y="19"/>
                    <a:pt x="12" y="29"/>
                  </a:cubicBezTo>
                  <a:cubicBezTo>
                    <a:pt x="12" y="38"/>
                    <a:pt x="19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2" name="Oval 146"/>
            <p:cNvSpPr>
              <a:spLocks noChangeArrowheads="1"/>
            </p:cNvSpPr>
            <p:nvPr/>
          </p:nvSpPr>
          <p:spPr bwMode="auto">
            <a:xfrm>
              <a:off x="10725124" y="2967878"/>
              <a:ext cx="69922" cy="679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3" name="Freeform 147"/>
            <p:cNvSpPr>
              <a:spLocks noEditPoints="1"/>
            </p:cNvSpPr>
            <p:nvPr/>
          </p:nvSpPr>
          <p:spPr bwMode="auto">
            <a:xfrm>
              <a:off x="10716144" y="2958897"/>
              <a:ext cx="87884" cy="86601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9 h 57"/>
                <a:gd name="T4" fmla="*/ 29 w 58"/>
                <a:gd name="T5" fmla="*/ 0 h 57"/>
                <a:gd name="T6" fmla="*/ 58 w 58"/>
                <a:gd name="T7" fmla="*/ 29 h 57"/>
                <a:gd name="T8" fmla="*/ 29 w 58"/>
                <a:gd name="T9" fmla="*/ 57 h 57"/>
                <a:gd name="T10" fmla="*/ 29 w 58"/>
                <a:gd name="T11" fmla="*/ 12 h 57"/>
                <a:gd name="T12" fmla="*/ 12 w 58"/>
                <a:gd name="T13" fmla="*/ 29 h 57"/>
                <a:gd name="T14" fmla="*/ 29 w 58"/>
                <a:gd name="T15" fmla="*/ 46 h 57"/>
                <a:gd name="T16" fmla="*/ 46 w 58"/>
                <a:gd name="T17" fmla="*/ 29 h 57"/>
                <a:gd name="T18" fmla="*/ 29 w 58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4"/>
                    <a:pt x="45" y="57"/>
                    <a:pt x="29" y="57"/>
                  </a:cubicBezTo>
                  <a:close/>
                  <a:moveTo>
                    <a:pt x="29" y="12"/>
                  </a:moveTo>
                  <a:cubicBezTo>
                    <a:pt x="19" y="12"/>
                    <a:pt x="12" y="19"/>
                    <a:pt x="12" y="29"/>
                  </a:cubicBezTo>
                  <a:cubicBezTo>
                    <a:pt x="12" y="38"/>
                    <a:pt x="19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4" name="Oval 148"/>
            <p:cNvSpPr>
              <a:spLocks noChangeArrowheads="1"/>
            </p:cNvSpPr>
            <p:nvPr/>
          </p:nvSpPr>
          <p:spPr bwMode="auto">
            <a:xfrm>
              <a:off x="10227329" y="3146853"/>
              <a:ext cx="69922" cy="67998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5" name="Freeform 149"/>
            <p:cNvSpPr>
              <a:spLocks noEditPoints="1"/>
            </p:cNvSpPr>
            <p:nvPr/>
          </p:nvSpPr>
          <p:spPr bwMode="auto">
            <a:xfrm>
              <a:off x="10218348" y="3137873"/>
              <a:ext cx="86601" cy="86601"/>
            </a:xfrm>
            <a:custGeom>
              <a:avLst/>
              <a:gdLst>
                <a:gd name="T0" fmla="*/ 29 w 57"/>
                <a:gd name="T1" fmla="*/ 57 h 57"/>
                <a:gd name="T2" fmla="*/ 0 w 57"/>
                <a:gd name="T3" fmla="*/ 29 h 57"/>
                <a:gd name="T4" fmla="*/ 29 w 57"/>
                <a:gd name="T5" fmla="*/ 0 h 57"/>
                <a:gd name="T6" fmla="*/ 57 w 57"/>
                <a:gd name="T7" fmla="*/ 29 h 57"/>
                <a:gd name="T8" fmla="*/ 29 w 57"/>
                <a:gd name="T9" fmla="*/ 57 h 57"/>
                <a:gd name="T10" fmla="*/ 29 w 57"/>
                <a:gd name="T11" fmla="*/ 12 h 57"/>
                <a:gd name="T12" fmla="*/ 12 w 57"/>
                <a:gd name="T13" fmla="*/ 29 h 57"/>
                <a:gd name="T14" fmla="*/ 29 w 57"/>
                <a:gd name="T15" fmla="*/ 46 h 57"/>
                <a:gd name="T16" fmla="*/ 46 w 57"/>
                <a:gd name="T17" fmla="*/ 29 h 57"/>
                <a:gd name="T18" fmla="*/ 29 w 57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9" y="57"/>
                  </a:move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7" y="13"/>
                    <a:pt x="57" y="29"/>
                  </a:cubicBezTo>
                  <a:cubicBezTo>
                    <a:pt x="57" y="44"/>
                    <a:pt x="45" y="57"/>
                    <a:pt x="29" y="57"/>
                  </a:cubicBezTo>
                  <a:close/>
                  <a:moveTo>
                    <a:pt x="29" y="12"/>
                  </a:moveTo>
                  <a:cubicBezTo>
                    <a:pt x="19" y="12"/>
                    <a:pt x="12" y="19"/>
                    <a:pt x="12" y="29"/>
                  </a:cubicBezTo>
                  <a:cubicBezTo>
                    <a:pt x="12" y="38"/>
                    <a:pt x="19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6" name="Oval 150"/>
            <p:cNvSpPr>
              <a:spLocks noChangeArrowheads="1"/>
            </p:cNvSpPr>
            <p:nvPr/>
          </p:nvSpPr>
          <p:spPr bwMode="auto">
            <a:xfrm>
              <a:off x="8168149" y="3484918"/>
              <a:ext cx="69922" cy="68639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7" name="Freeform 151"/>
            <p:cNvSpPr>
              <a:spLocks noEditPoints="1"/>
            </p:cNvSpPr>
            <p:nvPr/>
          </p:nvSpPr>
          <p:spPr bwMode="auto">
            <a:xfrm>
              <a:off x="8159169" y="3475937"/>
              <a:ext cx="87884" cy="86601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9 h 57"/>
                <a:gd name="T4" fmla="*/ 29 w 58"/>
                <a:gd name="T5" fmla="*/ 0 h 57"/>
                <a:gd name="T6" fmla="*/ 58 w 58"/>
                <a:gd name="T7" fmla="*/ 29 h 57"/>
                <a:gd name="T8" fmla="*/ 29 w 58"/>
                <a:gd name="T9" fmla="*/ 57 h 57"/>
                <a:gd name="T10" fmla="*/ 29 w 58"/>
                <a:gd name="T11" fmla="*/ 12 h 57"/>
                <a:gd name="T12" fmla="*/ 12 w 58"/>
                <a:gd name="T13" fmla="*/ 29 h 57"/>
                <a:gd name="T14" fmla="*/ 29 w 58"/>
                <a:gd name="T15" fmla="*/ 46 h 57"/>
                <a:gd name="T16" fmla="*/ 46 w 58"/>
                <a:gd name="T17" fmla="*/ 29 h 57"/>
                <a:gd name="T18" fmla="*/ 29 w 58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4"/>
                    <a:pt x="45" y="57"/>
                    <a:pt x="29" y="57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9" y="46"/>
                    <a:pt x="46" y="38"/>
                    <a:pt x="46" y="29"/>
                  </a:cubicBezTo>
                  <a:cubicBezTo>
                    <a:pt x="46" y="19"/>
                    <a:pt x="39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8" name="Oval 152"/>
            <p:cNvSpPr>
              <a:spLocks noChangeArrowheads="1"/>
            </p:cNvSpPr>
            <p:nvPr/>
          </p:nvSpPr>
          <p:spPr bwMode="auto">
            <a:xfrm>
              <a:off x="10045146" y="3354696"/>
              <a:ext cx="68639" cy="67998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9" name="Freeform 153"/>
            <p:cNvSpPr>
              <a:spLocks noEditPoints="1"/>
            </p:cNvSpPr>
            <p:nvPr/>
          </p:nvSpPr>
          <p:spPr bwMode="auto">
            <a:xfrm>
              <a:off x="10036165" y="3345715"/>
              <a:ext cx="86601" cy="85960"/>
            </a:xfrm>
            <a:custGeom>
              <a:avLst/>
              <a:gdLst>
                <a:gd name="T0" fmla="*/ 29 w 57"/>
                <a:gd name="T1" fmla="*/ 57 h 57"/>
                <a:gd name="T2" fmla="*/ 0 w 57"/>
                <a:gd name="T3" fmla="*/ 28 h 57"/>
                <a:gd name="T4" fmla="*/ 29 w 57"/>
                <a:gd name="T5" fmla="*/ 0 h 57"/>
                <a:gd name="T6" fmla="*/ 57 w 57"/>
                <a:gd name="T7" fmla="*/ 28 h 57"/>
                <a:gd name="T8" fmla="*/ 29 w 57"/>
                <a:gd name="T9" fmla="*/ 57 h 57"/>
                <a:gd name="T10" fmla="*/ 29 w 57"/>
                <a:gd name="T11" fmla="*/ 11 h 57"/>
                <a:gd name="T12" fmla="*/ 12 w 57"/>
                <a:gd name="T13" fmla="*/ 28 h 57"/>
                <a:gd name="T14" fmla="*/ 29 w 57"/>
                <a:gd name="T15" fmla="*/ 45 h 57"/>
                <a:gd name="T16" fmla="*/ 46 w 57"/>
                <a:gd name="T17" fmla="*/ 28 h 57"/>
                <a:gd name="T18" fmla="*/ 29 w 57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9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4" y="0"/>
                    <a:pt x="57" y="13"/>
                    <a:pt x="57" y="28"/>
                  </a:cubicBezTo>
                  <a:cubicBezTo>
                    <a:pt x="57" y="44"/>
                    <a:pt x="44" y="57"/>
                    <a:pt x="29" y="57"/>
                  </a:cubicBezTo>
                  <a:close/>
                  <a:moveTo>
                    <a:pt x="29" y="11"/>
                  </a:moveTo>
                  <a:cubicBezTo>
                    <a:pt x="19" y="11"/>
                    <a:pt x="12" y="19"/>
                    <a:pt x="12" y="28"/>
                  </a:cubicBezTo>
                  <a:cubicBezTo>
                    <a:pt x="12" y="38"/>
                    <a:pt x="19" y="45"/>
                    <a:pt x="29" y="45"/>
                  </a:cubicBezTo>
                  <a:cubicBezTo>
                    <a:pt x="38" y="45"/>
                    <a:pt x="46" y="38"/>
                    <a:pt x="46" y="28"/>
                  </a:cubicBezTo>
                  <a:cubicBezTo>
                    <a:pt x="46" y="19"/>
                    <a:pt x="38" y="11"/>
                    <a:pt x="29" y="11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0" name="Oval 154"/>
            <p:cNvSpPr>
              <a:spLocks noChangeArrowheads="1"/>
            </p:cNvSpPr>
            <p:nvPr/>
          </p:nvSpPr>
          <p:spPr bwMode="auto">
            <a:xfrm>
              <a:off x="9450486" y="3883924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1" name="Freeform 155"/>
            <p:cNvSpPr>
              <a:spLocks noEditPoints="1"/>
            </p:cNvSpPr>
            <p:nvPr/>
          </p:nvSpPr>
          <p:spPr bwMode="auto">
            <a:xfrm>
              <a:off x="9441505" y="3874943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19" y="12"/>
                    <a:pt x="12" y="20"/>
                    <a:pt x="12" y="29"/>
                  </a:cubicBezTo>
                  <a:cubicBezTo>
                    <a:pt x="12" y="38"/>
                    <a:pt x="19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2" name="Oval 156"/>
            <p:cNvSpPr>
              <a:spLocks noChangeArrowheads="1"/>
            </p:cNvSpPr>
            <p:nvPr/>
          </p:nvSpPr>
          <p:spPr bwMode="auto">
            <a:xfrm>
              <a:off x="8825034" y="4812158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3" name="Freeform 157"/>
            <p:cNvSpPr>
              <a:spLocks noEditPoints="1"/>
            </p:cNvSpPr>
            <p:nvPr/>
          </p:nvSpPr>
          <p:spPr bwMode="auto">
            <a:xfrm>
              <a:off x="8816053" y="4803177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4" name="Oval 158"/>
            <p:cNvSpPr>
              <a:spLocks noChangeArrowheads="1"/>
            </p:cNvSpPr>
            <p:nvPr/>
          </p:nvSpPr>
          <p:spPr bwMode="auto">
            <a:xfrm>
              <a:off x="8632587" y="5424780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5" name="Freeform 159"/>
            <p:cNvSpPr>
              <a:spLocks noEditPoints="1"/>
            </p:cNvSpPr>
            <p:nvPr/>
          </p:nvSpPr>
          <p:spPr bwMode="auto">
            <a:xfrm>
              <a:off x="8622965" y="5415799"/>
              <a:ext cx="88525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6" name="Oval 160"/>
            <p:cNvSpPr>
              <a:spLocks noChangeArrowheads="1"/>
            </p:cNvSpPr>
            <p:nvPr/>
          </p:nvSpPr>
          <p:spPr bwMode="auto">
            <a:xfrm>
              <a:off x="8720471" y="5862917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7" name="Freeform 161"/>
            <p:cNvSpPr>
              <a:spLocks noEditPoints="1"/>
            </p:cNvSpPr>
            <p:nvPr/>
          </p:nvSpPr>
          <p:spPr bwMode="auto">
            <a:xfrm>
              <a:off x="8712774" y="5853936"/>
              <a:ext cx="86601" cy="87884"/>
            </a:xfrm>
            <a:custGeom>
              <a:avLst/>
              <a:gdLst>
                <a:gd name="T0" fmla="*/ 28 w 57"/>
                <a:gd name="T1" fmla="*/ 58 h 58"/>
                <a:gd name="T2" fmla="*/ 0 w 57"/>
                <a:gd name="T3" fmla="*/ 29 h 58"/>
                <a:gd name="T4" fmla="*/ 28 w 57"/>
                <a:gd name="T5" fmla="*/ 0 h 58"/>
                <a:gd name="T6" fmla="*/ 57 w 57"/>
                <a:gd name="T7" fmla="*/ 29 h 58"/>
                <a:gd name="T8" fmla="*/ 28 w 57"/>
                <a:gd name="T9" fmla="*/ 58 h 58"/>
                <a:gd name="T10" fmla="*/ 28 w 57"/>
                <a:gd name="T11" fmla="*/ 12 h 58"/>
                <a:gd name="T12" fmla="*/ 11 w 57"/>
                <a:gd name="T13" fmla="*/ 29 h 58"/>
                <a:gd name="T14" fmla="*/ 28 w 57"/>
                <a:gd name="T15" fmla="*/ 46 h 58"/>
                <a:gd name="T16" fmla="*/ 45 w 57"/>
                <a:gd name="T17" fmla="*/ 29 h 58"/>
                <a:gd name="T18" fmla="*/ 28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8" y="58"/>
                  </a:moveTo>
                  <a:cubicBezTo>
                    <a:pt x="12" y="58"/>
                    <a:pt x="0" y="45"/>
                    <a:pt x="0" y="29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5"/>
                    <a:pt x="44" y="58"/>
                    <a:pt x="28" y="58"/>
                  </a:cubicBezTo>
                  <a:close/>
                  <a:moveTo>
                    <a:pt x="28" y="12"/>
                  </a:moveTo>
                  <a:cubicBezTo>
                    <a:pt x="19" y="12"/>
                    <a:pt x="11" y="20"/>
                    <a:pt x="11" y="29"/>
                  </a:cubicBezTo>
                  <a:cubicBezTo>
                    <a:pt x="11" y="39"/>
                    <a:pt x="19" y="46"/>
                    <a:pt x="28" y="46"/>
                  </a:cubicBezTo>
                  <a:cubicBezTo>
                    <a:pt x="38" y="46"/>
                    <a:pt x="45" y="39"/>
                    <a:pt x="45" y="29"/>
                  </a:cubicBezTo>
                  <a:cubicBezTo>
                    <a:pt x="45" y="20"/>
                    <a:pt x="38" y="12"/>
                    <a:pt x="28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8" name="Oval 162"/>
            <p:cNvSpPr>
              <a:spLocks noChangeArrowheads="1"/>
            </p:cNvSpPr>
            <p:nvPr/>
          </p:nvSpPr>
          <p:spPr bwMode="auto">
            <a:xfrm>
              <a:off x="8369577" y="4716576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9" name="Freeform 163"/>
            <p:cNvSpPr>
              <a:spLocks noEditPoints="1"/>
            </p:cNvSpPr>
            <p:nvPr/>
          </p:nvSpPr>
          <p:spPr bwMode="auto">
            <a:xfrm>
              <a:off x="8360596" y="4707596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9"/>
                    <a:pt x="20" y="46"/>
                    <a:pt x="29" y="46"/>
                  </a:cubicBezTo>
                  <a:cubicBezTo>
                    <a:pt x="39" y="46"/>
                    <a:pt x="46" y="39"/>
                    <a:pt x="46" y="29"/>
                  </a:cubicBezTo>
                  <a:cubicBezTo>
                    <a:pt x="46" y="20"/>
                    <a:pt x="39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0" name="Oval 164"/>
            <p:cNvSpPr>
              <a:spLocks noChangeArrowheads="1"/>
            </p:cNvSpPr>
            <p:nvPr/>
          </p:nvSpPr>
          <p:spPr bwMode="auto">
            <a:xfrm>
              <a:off x="10582714" y="4666540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1" name="Freeform 165"/>
            <p:cNvSpPr>
              <a:spLocks noEditPoints="1"/>
            </p:cNvSpPr>
            <p:nvPr/>
          </p:nvSpPr>
          <p:spPr bwMode="auto">
            <a:xfrm>
              <a:off x="10573733" y="4657560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2" name="Oval 166"/>
            <p:cNvSpPr>
              <a:spLocks noChangeArrowheads="1"/>
            </p:cNvSpPr>
            <p:nvPr/>
          </p:nvSpPr>
          <p:spPr bwMode="auto">
            <a:xfrm>
              <a:off x="10295968" y="5311237"/>
              <a:ext cx="67998" cy="6928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3" name="Freeform 167"/>
            <p:cNvSpPr>
              <a:spLocks noEditPoints="1"/>
            </p:cNvSpPr>
            <p:nvPr/>
          </p:nvSpPr>
          <p:spPr bwMode="auto">
            <a:xfrm>
              <a:off x="10286346" y="5303539"/>
              <a:ext cx="86601" cy="86601"/>
            </a:xfrm>
            <a:custGeom>
              <a:avLst/>
              <a:gdLst>
                <a:gd name="T0" fmla="*/ 28 w 57"/>
                <a:gd name="T1" fmla="*/ 57 h 57"/>
                <a:gd name="T2" fmla="*/ 0 w 57"/>
                <a:gd name="T3" fmla="*/ 28 h 57"/>
                <a:gd name="T4" fmla="*/ 28 w 57"/>
                <a:gd name="T5" fmla="*/ 0 h 57"/>
                <a:gd name="T6" fmla="*/ 57 w 57"/>
                <a:gd name="T7" fmla="*/ 28 h 57"/>
                <a:gd name="T8" fmla="*/ 28 w 57"/>
                <a:gd name="T9" fmla="*/ 57 h 57"/>
                <a:gd name="T10" fmla="*/ 28 w 57"/>
                <a:gd name="T11" fmla="*/ 11 h 57"/>
                <a:gd name="T12" fmla="*/ 11 w 57"/>
                <a:gd name="T13" fmla="*/ 28 h 57"/>
                <a:gd name="T14" fmla="*/ 28 w 57"/>
                <a:gd name="T15" fmla="*/ 45 h 57"/>
                <a:gd name="T16" fmla="*/ 45 w 57"/>
                <a:gd name="T17" fmla="*/ 28 h 57"/>
                <a:gd name="T18" fmla="*/ 28 w 57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8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7" y="12"/>
                    <a:pt x="57" y="28"/>
                  </a:cubicBezTo>
                  <a:cubicBezTo>
                    <a:pt x="57" y="44"/>
                    <a:pt x="44" y="57"/>
                    <a:pt x="28" y="57"/>
                  </a:cubicBezTo>
                  <a:close/>
                  <a:moveTo>
                    <a:pt x="28" y="11"/>
                  </a:moveTo>
                  <a:cubicBezTo>
                    <a:pt x="19" y="11"/>
                    <a:pt x="11" y="19"/>
                    <a:pt x="11" y="28"/>
                  </a:cubicBezTo>
                  <a:cubicBezTo>
                    <a:pt x="11" y="38"/>
                    <a:pt x="19" y="45"/>
                    <a:pt x="28" y="45"/>
                  </a:cubicBezTo>
                  <a:cubicBezTo>
                    <a:pt x="38" y="45"/>
                    <a:pt x="45" y="38"/>
                    <a:pt x="45" y="28"/>
                  </a:cubicBezTo>
                  <a:cubicBezTo>
                    <a:pt x="45" y="19"/>
                    <a:pt x="38" y="11"/>
                    <a:pt x="28" y="11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4" name="Oval 168"/>
            <p:cNvSpPr>
              <a:spLocks noChangeArrowheads="1"/>
            </p:cNvSpPr>
            <p:nvPr/>
          </p:nvSpPr>
          <p:spPr bwMode="auto">
            <a:xfrm>
              <a:off x="9233663" y="5123280"/>
              <a:ext cx="69281" cy="6928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5" name="Freeform 169"/>
            <p:cNvSpPr>
              <a:spLocks noEditPoints="1"/>
            </p:cNvSpPr>
            <p:nvPr/>
          </p:nvSpPr>
          <p:spPr bwMode="auto">
            <a:xfrm>
              <a:off x="9224040" y="5113658"/>
              <a:ext cx="86601" cy="87884"/>
            </a:xfrm>
            <a:custGeom>
              <a:avLst/>
              <a:gdLst>
                <a:gd name="T0" fmla="*/ 29 w 57"/>
                <a:gd name="T1" fmla="*/ 58 h 58"/>
                <a:gd name="T2" fmla="*/ 0 w 57"/>
                <a:gd name="T3" fmla="*/ 29 h 58"/>
                <a:gd name="T4" fmla="*/ 29 w 57"/>
                <a:gd name="T5" fmla="*/ 0 h 58"/>
                <a:gd name="T6" fmla="*/ 57 w 57"/>
                <a:gd name="T7" fmla="*/ 29 h 58"/>
                <a:gd name="T8" fmla="*/ 29 w 57"/>
                <a:gd name="T9" fmla="*/ 58 h 58"/>
                <a:gd name="T10" fmla="*/ 29 w 57"/>
                <a:gd name="T11" fmla="*/ 12 h 58"/>
                <a:gd name="T12" fmla="*/ 12 w 57"/>
                <a:gd name="T13" fmla="*/ 29 h 58"/>
                <a:gd name="T14" fmla="*/ 29 w 57"/>
                <a:gd name="T15" fmla="*/ 46 h 58"/>
                <a:gd name="T16" fmla="*/ 46 w 57"/>
                <a:gd name="T17" fmla="*/ 29 h 58"/>
                <a:gd name="T18" fmla="*/ 29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7" y="13"/>
                    <a:pt x="57" y="29"/>
                  </a:cubicBezTo>
                  <a:cubicBezTo>
                    <a:pt x="57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19" y="12"/>
                    <a:pt x="12" y="20"/>
                    <a:pt x="12" y="29"/>
                  </a:cubicBezTo>
                  <a:cubicBezTo>
                    <a:pt x="12" y="39"/>
                    <a:pt x="19" y="46"/>
                    <a:pt x="29" y="46"/>
                  </a:cubicBezTo>
                  <a:cubicBezTo>
                    <a:pt x="38" y="46"/>
                    <a:pt x="46" y="39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6" name="Oval 170"/>
            <p:cNvSpPr>
              <a:spLocks noChangeArrowheads="1"/>
            </p:cNvSpPr>
            <p:nvPr/>
          </p:nvSpPr>
          <p:spPr bwMode="auto">
            <a:xfrm>
              <a:off x="9288189" y="5914878"/>
              <a:ext cx="69922" cy="6928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7" name="Freeform 171"/>
            <p:cNvSpPr>
              <a:spLocks noEditPoints="1"/>
            </p:cNvSpPr>
            <p:nvPr/>
          </p:nvSpPr>
          <p:spPr bwMode="auto">
            <a:xfrm>
              <a:off x="9279208" y="5905255"/>
              <a:ext cx="87884" cy="88525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19" y="12"/>
                    <a:pt x="12" y="20"/>
                    <a:pt x="12" y="29"/>
                  </a:cubicBezTo>
                  <a:cubicBezTo>
                    <a:pt x="12" y="39"/>
                    <a:pt x="19" y="46"/>
                    <a:pt x="29" y="46"/>
                  </a:cubicBezTo>
                  <a:cubicBezTo>
                    <a:pt x="38" y="46"/>
                    <a:pt x="46" y="39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8" name="Oval 172"/>
            <p:cNvSpPr>
              <a:spLocks noChangeArrowheads="1"/>
            </p:cNvSpPr>
            <p:nvPr/>
          </p:nvSpPr>
          <p:spPr bwMode="auto">
            <a:xfrm>
              <a:off x="10300459" y="5602473"/>
              <a:ext cx="69281" cy="6928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9" name="Freeform 173"/>
            <p:cNvSpPr>
              <a:spLocks noEditPoints="1"/>
            </p:cNvSpPr>
            <p:nvPr/>
          </p:nvSpPr>
          <p:spPr bwMode="auto">
            <a:xfrm>
              <a:off x="10290836" y="5592850"/>
              <a:ext cx="88525" cy="88525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9" y="46"/>
                    <a:pt x="46" y="38"/>
                    <a:pt x="46" y="29"/>
                  </a:cubicBezTo>
                  <a:cubicBezTo>
                    <a:pt x="46" y="20"/>
                    <a:pt x="39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0" name="Oval 174"/>
            <p:cNvSpPr>
              <a:spLocks noChangeArrowheads="1"/>
            </p:cNvSpPr>
            <p:nvPr/>
          </p:nvSpPr>
          <p:spPr bwMode="auto">
            <a:xfrm>
              <a:off x="9773796" y="4232894"/>
              <a:ext cx="69922" cy="67998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1" name="Freeform 175"/>
            <p:cNvSpPr>
              <a:spLocks noEditPoints="1"/>
            </p:cNvSpPr>
            <p:nvPr/>
          </p:nvSpPr>
          <p:spPr bwMode="auto">
            <a:xfrm>
              <a:off x="9764815" y="4223913"/>
              <a:ext cx="87884" cy="85960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8 h 57"/>
                <a:gd name="T4" fmla="*/ 29 w 58"/>
                <a:gd name="T5" fmla="*/ 0 h 57"/>
                <a:gd name="T6" fmla="*/ 58 w 58"/>
                <a:gd name="T7" fmla="*/ 28 h 57"/>
                <a:gd name="T8" fmla="*/ 29 w 58"/>
                <a:gd name="T9" fmla="*/ 57 h 57"/>
                <a:gd name="T10" fmla="*/ 29 w 58"/>
                <a:gd name="T11" fmla="*/ 11 h 57"/>
                <a:gd name="T12" fmla="*/ 12 w 58"/>
                <a:gd name="T13" fmla="*/ 28 h 57"/>
                <a:gd name="T14" fmla="*/ 29 w 58"/>
                <a:gd name="T15" fmla="*/ 45 h 57"/>
                <a:gd name="T16" fmla="*/ 46 w 58"/>
                <a:gd name="T17" fmla="*/ 28 h 57"/>
                <a:gd name="T18" fmla="*/ 29 w 58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8"/>
                  </a:cubicBezTo>
                  <a:cubicBezTo>
                    <a:pt x="58" y="44"/>
                    <a:pt x="45" y="57"/>
                    <a:pt x="29" y="57"/>
                  </a:cubicBezTo>
                  <a:close/>
                  <a:moveTo>
                    <a:pt x="29" y="11"/>
                  </a:moveTo>
                  <a:cubicBezTo>
                    <a:pt x="20" y="11"/>
                    <a:pt x="12" y="19"/>
                    <a:pt x="12" y="28"/>
                  </a:cubicBezTo>
                  <a:cubicBezTo>
                    <a:pt x="12" y="38"/>
                    <a:pt x="20" y="45"/>
                    <a:pt x="29" y="45"/>
                  </a:cubicBezTo>
                  <a:cubicBezTo>
                    <a:pt x="39" y="45"/>
                    <a:pt x="46" y="38"/>
                    <a:pt x="46" y="28"/>
                  </a:cubicBezTo>
                  <a:cubicBezTo>
                    <a:pt x="46" y="19"/>
                    <a:pt x="39" y="11"/>
                    <a:pt x="29" y="11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2" name="Oval 176"/>
            <p:cNvSpPr>
              <a:spLocks noChangeArrowheads="1"/>
            </p:cNvSpPr>
            <p:nvPr/>
          </p:nvSpPr>
          <p:spPr bwMode="auto">
            <a:xfrm>
              <a:off x="10239517" y="4588920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3" name="Freeform 177"/>
            <p:cNvSpPr>
              <a:spLocks noEditPoints="1"/>
            </p:cNvSpPr>
            <p:nvPr/>
          </p:nvSpPr>
          <p:spPr bwMode="auto">
            <a:xfrm>
              <a:off x="10230536" y="4579939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9"/>
                    <a:pt x="20" y="46"/>
                    <a:pt x="29" y="46"/>
                  </a:cubicBezTo>
                  <a:cubicBezTo>
                    <a:pt x="39" y="46"/>
                    <a:pt x="46" y="39"/>
                    <a:pt x="46" y="29"/>
                  </a:cubicBezTo>
                  <a:cubicBezTo>
                    <a:pt x="46" y="20"/>
                    <a:pt x="39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4" name="Oval 178"/>
            <p:cNvSpPr>
              <a:spLocks noChangeArrowheads="1"/>
            </p:cNvSpPr>
            <p:nvPr/>
          </p:nvSpPr>
          <p:spPr bwMode="auto">
            <a:xfrm>
              <a:off x="10759765" y="4429831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5" name="Freeform 179"/>
            <p:cNvSpPr>
              <a:spLocks noEditPoints="1"/>
            </p:cNvSpPr>
            <p:nvPr/>
          </p:nvSpPr>
          <p:spPr bwMode="auto">
            <a:xfrm>
              <a:off x="10752708" y="4420850"/>
              <a:ext cx="86601" cy="87884"/>
            </a:xfrm>
            <a:custGeom>
              <a:avLst/>
              <a:gdLst>
                <a:gd name="T0" fmla="*/ 28 w 57"/>
                <a:gd name="T1" fmla="*/ 58 h 58"/>
                <a:gd name="T2" fmla="*/ 0 w 57"/>
                <a:gd name="T3" fmla="*/ 29 h 58"/>
                <a:gd name="T4" fmla="*/ 28 w 57"/>
                <a:gd name="T5" fmla="*/ 0 h 58"/>
                <a:gd name="T6" fmla="*/ 57 w 57"/>
                <a:gd name="T7" fmla="*/ 29 h 58"/>
                <a:gd name="T8" fmla="*/ 28 w 57"/>
                <a:gd name="T9" fmla="*/ 58 h 58"/>
                <a:gd name="T10" fmla="*/ 28 w 57"/>
                <a:gd name="T11" fmla="*/ 12 h 58"/>
                <a:gd name="T12" fmla="*/ 11 w 57"/>
                <a:gd name="T13" fmla="*/ 29 h 58"/>
                <a:gd name="T14" fmla="*/ 28 w 57"/>
                <a:gd name="T15" fmla="*/ 46 h 58"/>
                <a:gd name="T16" fmla="*/ 45 w 57"/>
                <a:gd name="T17" fmla="*/ 29 h 58"/>
                <a:gd name="T18" fmla="*/ 28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8" y="58"/>
                  </a:moveTo>
                  <a:cubicBezTo>
                    <a:pt x="12" y="58"/>
                    <a:pt x="0" y="45"/>
                    <a:pt x="0" y="29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5"/>
                    <a:pt x="44" y="58"/>
                    <a:pt x="28" y="58"/>
                  </a:cubicBezTo>
                  <a:close/>
                  <a:moveTo>
                    <a:pt x="28" y="12"/>
                  </a:moveTo>
                  <a:cubicBezTo>
                    <a:pt x="19" y="12"/>
                    <a:pt x="11" y="20"/>
                    <a:pt x="11" y="29"/>
                  </a:cubicBezTo>
                  <a:cubicBezTo>
                    <a:pt x="11" y="39"/>
                    <a:pt x="19" y="46"/>
                    <a:pt x="28" y="46"/>
                  </a:cubicBezTo>
                  <a:cubicBezTo>
                    <a:pt x="38" y="46"/>
                    <a:pt x="45" y="39"/>
                    <a:pt x="45" y="29"/>
                  </a:cubicBezTo>
                  <a:cubicBezTo>
                    <a:pt x="45" y="20"/>
                    <a:pt x="38" y="12"/>
                    <a:pt x="28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6" name="Oval 180"/>
            <p:cNvSpPr>
              <a:spLocks noChangeArrowheads="1"/>
            </p:cNvSpPr>
            <p:nvPr/>
          </p:nvSpPr>
          <p:spPr bwMode="auto">
            <a:xfrm>
              <a:off x="10984927" y="4038523"/>
              <a:ext cx="67998" cy="68639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7" name="Freeform 181"/>
            <p:cNvSpPr>
              <a:spLocks noEditPoints="1"/>
            </p:cNvSpPr>
            <p:nvPr/>
          </p:nvSpPr>
          <p:spPr bwMode="auto">
            <a:xfrm>
              <a:off x="10975305" y="4029542"/>
              <a:ext cx="86601" cy="86601"/>
            </a:xfrm>
            <a:custGeom>
              <a:avLst/>
              <a:gdLst>
                <a:gd name="T0" fmla="*/ 28 w 57"/>
                <a:gd name="T1" fmla="*/ 57 h 57"/>
                <a:gd name="T2" fmla="*/ 0 w 57"/>
                <a:gd name="T3" fmla="*/ 28 h 57"/>
                <a:gd name="T4" fmla="*/ 28 w 57"/>
                <a:gd name="T5" fmla="*/ 0 h 57"/>
                <a:gd name="T6" fmla="*/ 57 w 57"/>
                <a:gd name="T7" fmla="*/ 28 h 57"/>
                <a:gd name="T8" fmla="*/ 28 w 57"/>
                <a:gd name="T9" fmla="*/ 57 h 57"/>
                <a:gd name="T10" fmla="*/ 28 w 57"/>
                <a:gd name="T11" fmla="*/ 11 h 57"/>
                <a:gd name="T12" fmla="*/ 11 w 57"/>
                <a:gd name="T13" fmla="*/ 28 h 57"/>
                <a:gd name="T14" fmla="*/ 28 w 57"/>
                <a:gd name="T15" fmla="*/ 45 h 57"/>
                <a:gd name="T16" fmla="*/ 45 w 57"/>
                <a:gd name="T17" fmla="*/ 28 h 57"/>
                <a:gd name="T18" fmla="*/ 28 w 57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8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7" y="13"/>
                    <a:pt x="57" y="28"/>
                  </a:cubicBezTo>
                  <a:cubicBezTo>
                    <a:pt x="57" y="44"/>
                    <a:pt x="44" y="57"/>
                    <a:pt x="28" y="57"/>
                  </a:cubicBezTo>
                  <a:close/>
                  <a:moveTo>
                    <a:pt x="28" y="11"/>
                  </a:moveTo>
                  <a:cubicBezTo>
                    <a:pt x="19" y="11"/>
                    <a:pt x="11" y="19"/>
                    <a:pt x="11" y="28"/>
                  </a:cubicBezTo>
                  <a:cubicBezTo>
                    <a:pt x="11" y="38"/>
                    <a:pt x="19" y="45"/>
                    <a:pt x="28" y="45"/>
                  </a:cubicBezTo>
                  <a:cubicBezTo>
                    <a:pt x="38" y="45"/>
                    <a:pt x="45" y="38"/>
                    <a:pt x="45" y="28"/>
                  </a:cubicBezTo>
                  <a:cubicBezTo>
                    <a:pt x="45" y="19"/>
                    <a:pt x="38" y="11"/>
                    <a:pt x="28" y="11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8" name="Oval 182"/>
            <p:cNvSpPr>
              <a:spLocks noChangeArrowheads="1"/>
            </p:cNvSpPr>
            <p:nvPr/>
          </p:nvSpPr>
          <p:spPr bwMode="auto">
            <a:xfrm>
              <a:off x="11018285" y="2879994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9" name="Freeform 183"/>
            <p:cNvSpPr>
              <a:spLocks noEditPoints="1"/>
            </p:cNvSpPr>
            <p:nvPr/>
          </p:nvSpPr>
          <p:spPr bwMode="auto">
            <a:xfrm>
              <a:off x="11008663" y="2871013"/>
              <a:ext cx="88525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0" name="Oval 184"/>
            <p:cNvSpPr>
              <a:spLocks noChangeArrowheads="1"/>
            </p:cNvSpPr>
            <p:nvPr/>
          </p:nvSpPr>
          <p:spPr bwMode="auto">
            <a:xfrm>
              <a:off x="10453775" y="2214129"/>
              <a:ext cx="69281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1" name="Freeform 185"/>
            <p:cNvSpPr>
              <a:spLocks noEditPoints="1"/>
            </p:cNvSpPr>
            <p:nvPr/>
          </p:nvSpPr>
          <p:spPr bwMode="auto">
            <a:xfrm>
              <a:off x="10446077" y="2205148"/>
              <a:ext cx="86601" cy="87884"/>
            </a:xfrm>
            <a:custGeom>
              <a:avLst/>
              <a:gdLst>
                <a:gd name="T0" fmla="*/ 28 w 57"/>
                <a:gd name="T1" fmla="*/ 58 h 58"/>
                <a:gd name="T2" fmla="*/ 0 w 57"/>
                <a:gd name="T3" fmla="*/ 29 h 58"/>
                <a:gd name="T4" fmla="*/ 28 w 57"/>
                <a:gd name="T5" fmla="*/ 0 h 58"/>
                <a:gd name="T6" fmla="*/ 57 w 57"/>
                <a:gd name="T7" fmla="*/ 29 h 58"/>
                <a:gd name="T8" fmla="*/ 28 w 57"/>
                <a:gd name="T9" fmla="*/ 58 h 58"/>
                <a:gd name="T10" fmla="*/ 28 w 57"/>
                <a:gd name="T11" fmla="*/ 12 h 58"/>
                <a:gd name="T12" fmla="*/ 11 w 57"/>
                <a:gd name="T13" fmla="*/ 29 h 58"/>
                <a:gd name="T14" fmla="*/ 28 w 57"/>
                <a:gd name="T15" fmla="*/ 46 h 58"/>
                <a:gd name="T16" fmla="*/ 45 w 57"/>
                <a:gd name="T17" fmla="*/ 29 h 58"/>
                <a:gd name="T18" fmla="*/ 28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8" y="58"/>
                  </a:moveTo>
                  <a:cubicBezTo>
                    <a:pt x="12" y="58"/>
                    <a:pt x="0" y="45"/>
                    <a:pt x="0" y="29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5"/>
                    <a:pt x="44" y="58"/>
                    <a:pt x="28" y="58"/>
                  </a:cubicBezTo>
                  <a:close/>
                  <a:moveTo>
                    <a:pt x="28" y="12"/>
                  </a:moveTo>
                  <a:cubicBezTo>
                    <a:pt x="19" y="12"/>
                    <a:pt x="11" y="19"/>
                    <a:pt x="11" y="29"/>
                  </a:cubicBezTo>
                  <a:cubicBezTo>
                    <a:pt x="11" y="38"/>
                    <a:pt x="19" y="46"/>
                    <a:pt x="28" y="46"/>
                  </a:cubicBezTo>
                  <a:cubicBezTo>
                    <a:pt x="38" y="46"/>
                    <a:pt x="45" y="38"/>
                    <a:pt x="45" y="29"/>
                  </a:cubicBezTo>
                  <a:cubicBezTo>
                    <a:pt x="45" y="19"/>
                    <a:pt x="38" y="12"/>
                    <a:pt x="28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2" name="Oval 186"/>
            <p:cNvSpPr>
              <a:spLocks noChangeArrowheads="1"/>
            </p:cNvSpPr>
            <p:nvPr/>
          </p:nvSpPr>
          <p:spPr bwMode="auto">
            <a:xfrm>
              <a:off x="10297251" y="2242996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3" name="Freeform 187"/>
            <p:cNvSpPr>
              <a:spLocks noEditPoints="1"/>
            </p:cNvSpPr>
            <p:nvPr/>
          </p:nvSpPr>
          <p:spPr bwMode="auto">
            <a:xfrm>
              <a:off x="10288270" y="2234015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4" name="Oval 188"/>
            <p:cNvSpPr>
              <a:spLocks noChangeArrowheads="1"/>
            </p:cNvSpPr>
            <p:nvPr/>
          </p:nvSpPr>
          <p:spPr bwMode="auto">
            <a:xfrm>
              <a:off x="9054046" y="2402085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5" name="Freeform 189"/>
            <p:cNvSpPr>
              <a:spLocks noEditPoints="1"/>
            </p:cNvSpPr>
            <p:nvPr/>
          </p:nvSpPr>
          <p:spPr bwMode="auto">
            <a:xfrm>
              <a:off x="9045065" y="2393104"/>
              <a:ext cx="87884" cy="86601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9 h 57"/>
                <a:gd name="T4" fmla="*/ 29 w 58"/>
                <a:gd name="T5" fmla="*/ 0 h 57"/>
                <a:gd name="T6" fmla="*/ 58 w 58"/>
                <a:gd name="T7" fmla="*/ 29 h 57"/>
                <a:gd name="T8" fmla="*/ 29 w 58"/>
                <a:gd name="T9" fmla="*/ 57 h 57"/>
                <a:gd name="T10" fmla="*/ 29 w 58"/>
                <a:gd name="T11" fmla="*/ 12 h 57"/>
                <a:gd name="T12" fmla="*/ 12 w 58"/>
                <a:gd name="T13" fmla="*/ 29 h 57"/>
                <a:gd name="T14" fmla="*/ 29 w 58"/>
                <a:gd name="T15" fmla="*/ 46 h 57"/>
                <a:gd name="T16" fmla="*/ 46 w 58"/>
                <a:gd name="T17" fmla="*/ 29 h 57"/>
                <a:gd name="T18" fmla="*/ 29 w 58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4"/>
                    <a:pt x="45" y="57"/>
                    <a:pt x="29" y="57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6" name="Oval 190"/>
            <p:cNvSpPr>
              <a:spLocks noChangeArrowheads="1"/>
            </p:cNvSpPr>
            <p:nvPr/>
          </p:nvSpPr>
          <p:spPr bwMode="auto">
            <a:xfrm>
              <a:off x="10043863" y="1877347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7" name="Freeform 191"/>
            <p:cNvSpPr>
              <a:spLocks noEditPoints="1"/>
            </p:cNvSpPr>
            <p:nvPr/>
          </p:nvSpPr>
          <p:spPr bwMode="auto">
            <a:xfrm>
              <a:off x="10034882" y="1868366"/>
              <a:ext cx="86601" cy="87884"/>
            </a:xfrm>
            <a:custGeom>
              <a:avLst/>
              <a:gdLst>
                <a:gd name="T0" fmla="*/ 29 w 57"/>
                <a:gd name="T1" fmla="*/ 58 h 58"/>
                <a:gd name="T2" fmla="*/ 0 w 57"/>
                <a:gd name="T3" fmla="*/ 29 h 58"/>
                <a:gd name="T4" fmla="*/ 29 w 57"/>
                <a:gd name="T5" fmla="*/ 0 h 58"/>
                <a:gd name="T6" fmla="*/ 57 w 57"/>
                <a:gd name="T7" fmla="*/ 29 h 58"/>
                <a:gd name="T8" fmla="*/ 29 w 57"/>
                <a:gd name="T9" fmla="*/ 58 h 58"/>
                <a:gd name="T10" fmla="*/ 29 w 57"/>
                <a:gd name="T11" fmla="*/ 12 h 58"/>
                <a:gd name="T12" fmla="*/ 12 w 57"/>
                <a:gd name="T13" fmla="*/ 29 h 58"/>
                <a:gd name="T14" fmla="*/ 29 w 57"/>
                <a:gd name="T15" fmla="*/ 46 h 58"/>
                <a:gd name="T16" fmla="*/ 46 w 57"/>
                <a:gd name="T17" fmla="*/ 29 h 58"/>
                <a:gd name="T18" fmla="*/ 29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7" y="13"/>
                    <a:pt x="57" y="29"/>
                  </a:cubicBezTo>
                  <a:cubicBezTo>
                    <a:pt x="57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19" y="12"/>
                    <a:pt x="12" y="20"/>
                    <a:pt x="12" y="29"/>
                  </a:cubicBezTo>
                  <a:cubicBezTo>
                    <a:pt x="12" y="39"/>
                    <a:pt x="19" y="46"/>
                    <a:pt x="29" y="46"/>
                  </a:cubicBezTo>
                  <a:cubicBezTo>
                    <a:pt x="38" y="46"/>
                    <a:pt x="46" y="39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8" name="Oval 192"/>
            <p:cNvSpPr>
              <a:spLocks noChangeArrowheads="1"/>
            </p:cNvSpPr>
            <p:nvPr/>
          </p:nvSpPr>
          <p:spPr bwMode="auto">
            <a:xfrm>
              <a:off x="9866171" y="1815123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9" name="Freeform 193"/>
            <p:cNvSpPr>
              <a:spLocks noEditPoints="1"/>
            </p:cNvSpPr>
            <p:nvPr/>
          </p:nvSpPr>
          <p:spPr bwMode="auto">
            <a:xfrm>
              <a:off x="9857190" y="1807425"/>
              <a:ext cx="87884" cy="86601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8 h 57"/>
                <a:gd name="T4" fmla="*/ 29 w 58"/>
                <a:gd name="T5" fmla="*/ 0 h 57"/>
                <a:gd name="T6" fmla="*/ 58 w 58"/>
                <a:gd name="T7" fmla="*/ 28 h 57"/>
                <a:gd name="T8" fmla="*/ 29 w 58"/>
                <a:gd name="T9" fmla="*/ 57 h 57"/>
                <a:gd name="T10" fmla="*/ 29 w 58"/>
                <a:gd name="T11" fmla="*/ 11 h 57"/>
                <a:gd name="T12" fmla="*/ 12 w 58"/>
                <a:gd name="T13" fmla="*/ 28 h 57"/>
                <a:gd name="T14" fmla="*/ 29 w 58"/>
                <a:gd name="T15" fmla="*/ 45 h 57"/>
                <a:gd name="T16" fmla="*/ 46 w 58"/>
                <a:gd name="T17" fmla="*/ 28 h 57"/>
                <a:gd name="T18" fmla="*/ 29 w 58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5" y="0"/>
                    <a:pt x="58" y="12"/>
                    <a:pt x="58" y="28"/>
                  </a:cubicBezTo>
                  <a:cubicBezTo>
                    <a:pt x="58" y="44"/>
                    <a:pt x="45" y="57"/>
                    <a:pt x="29" y="57"/>
                  </a:cubicBezTo>
                  <a:close/>
                  <a:moveTo>
                    <a:pt x="29" y="11"/>
                  </a:moveTo>
                  <a:cubicBezTo>
                    <a:pt x="19" y="11"/>
                    <a:pt x="12" y="19"/>
                    <a:pt x="12" y="28"/>
                  </a:cubicBezTo>
                  <a:cubicBezTo>
                    <a:pt x="12" y="38"/>
                    <a:pt x="19" y="45"/>
                    <a:pt x="29" y="45"/>
                  </a:cubicBezTo>
                  <a:cubicBezTo>
                    <a:pt x="38" y="45"/>
                    <a:pt x="46" y="38"/>
                    <a:pt x="46" y="28"/>
                  </a:cubicBezTo>
                  <a:cubicBezTo>
                    <a:pt x="46" y="19"/>
                    <a:pt x="38" y="11"/>
                    <a:pt x="29" y="11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0" name="Oval 194"/>
            <p:cNvSpPr>
              <a:spLocks noChangeArrowheads="1"/>
            </p:cNvSpPr>
            <p:nvPr/>
          </p:nvSpPr>
          <p:spPr bwMode="auto">
            <a:xfrm>
              <a:off x="9197098" y="1798444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1" name="Freeform 195"/>
            <p:cNvSpPr>
              <a:spLocks noEditPoints="1"/>
            </p:cNvSpPr>
            <p:nvPr/>
          </p:nvSpPr>
          <p:spPr bwMode="auto">
            <a:xfrm>
              <a:off x="9188117" y="1789463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2" name="Oval 196"/>
            <p:cNvSpPr>
              <a:spLocks noChangeArrowheads="1"/>
            </p:cNvSpPr>
            <p:nvPr/>
          </p:nvSpPr>
          <p:spPr bwMode="auto">
            <a:xfrm>
              <a:off x="9356187" y="1997305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3" name="Freeform 197"/>
            <p:cNvSpPr>
              <a:spLocks noEditPoints="1"/>
            </p:cNvSpPr>
            <p:nvPr/>
          </p:nvSpPr>
          <p:spPr bwMode="auto">
            <a:xfrm>
              <a:off x="9347206" y="1988325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9" y="46"/>
                    <a:pt x="46" y="38"/>
                    <a:pt x="46" y="29"/>
                  </a:cubicBezTo>
                  <a:cubicBezTo>
                    <a:pt x="46" y="20"/>
                    <a:pt x="39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4" name="Oval 198"/>
            <p:cNvSpPr>
              <a:spLocks noChangeArrowheads="1"/>
            </p:cNvSpPr>
            <p:nvPr/>
          </p:nvSpPr>
          <p:spPr bwMode="auto">
            <a:xfrm>
              <a:off x="8771791" y="1931874"/>
              <a:ext cx="68639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5" name="Freeform 199"/>
            <p:cNvSpPr>
              <a:spLocks noEditPoints="1"/>
            </p:cNvSpPr>
            <p:nvPr/>
          </p:nvSpPr>
          <p:spPr bwMode="auto">
            <a:xfrm>
              <a:off x="8762810" y="1922893"/>
              <a:ext cx="86601" cy="87884"/>
            </a:xfrm>
            <a:custGeom>
              <a:avLst/>
              <a:gdLst>
                <a:gd name="T0" fmla="*/ 28 w 57"/>
                <a:gd name="T1" fmla="*/ 58 h 58"/>
                <a:gd name="T2" fmla="*/ 0 w 57"/>
                <a:gd name="T3" fmla="*/ 29 h 58"/>
                <a:gd name="T4" fmla="*/ 28 w 57"/>
                <a:gd name="T5" fmla="*/ 0 h 58"/>
                <a:gd name="T6" fmla="*/ 57 w 57"/>
                <a:gd name="T7" fmla="*/ 29 h 58"/>
                <a:gd name="T8" fmla="*/ 28 w 57"/>
                <a:gd name="T9" fmla="*/ 58 h 58"/>
                <a:gd name="T10" fmla="*/ 28 w 57"/>
                <a:gd name="T11" fmla="*/ 12 h 58"/>
                <a:gd name="T12" fmla="*/ 11 w 57"/>
                <a:gd name="T13" fmla="*/ 29 h 58"/>
                <a:gd name="T14" fmla="*/ 28 w 57"/>
                <a:gd name="T15" fmla="*/ 46 h 58"/>
                <a:gd name="T16" fmla="*/ 45 w 57"/>
                <a:gd name="T17" fmla="*/ 29 h 58"/>
                <a:gd name="T18" fmla="*/ 28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8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5"/>
                    <a:pt x="44" y="58"/>
                    <a:pt x="28" y="58"/>
                  </a:cubicBezTo>
                  <a:close/>
                  <a:moveTo>
                    <a:pt x="28" y="12"/>
                  </a:moveTo>
                  <a:cubicBezTo>
                    <a:pt x="19" y="12"/>
                    <a:pt x="11" y="19"/>
                    <a:pt x="11" y="29"/>
                  </a:cubicBezTo>
                  <a:cubicBezTo>
                    <a:pt x="11" y="38"/>
                    <a:pt x="19" y="46"/>
                    <a:pt x="28" y="46"/>
                  </a:cubicBezTo>
                  <a:cubicBezTo>
                    <a:pt x="38" y="46"/>
                    <a:pt x="45" y="38"/>
                    <a:pt x="45" y="29"/>
                  </a:cubicBezTo>
                  <a:cubicBezTo>
                    <a:pt x="45" y="19"/>
                    <a:pt x="38" y="12"/>
                    <a:pt x="28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6" name="Oval 200"/>
            <p:cNvSpPr>
              <a:spLocks noChangeArrowheads="1"/>
            </p:cNvSpPr>
            <p:nvPr/>
          </p:nvSpPr>
          <p:spPr bwMode="auto">
            <a:xfrm>
              <a:off x="7970571" y="2687547"/>
              <a:ext cx="69922" cy="6928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7" name="Freeform 201"/>
            <p:cNvSpPr>
              <a:spLocks noEditPoints="1"/>
            </p:cNvSpPr>
            <p:nvPr/>
          </p:nvSpPr>
          <p:spPr bwMode="auto">
            <a:xfrm>
              <a:off x="7961590" y="2679849"/>
              <a:ext cx="86601" cy="86601"/>
            </a:xfrm>
            <a:custGeom>
              <a:avLst/>
              <a:gdLst>
                <a:gd name="T0" fmla="*/ 29 w 57"/>
                <a:gd name="T1" fmla="*/ 57 h 57"/>
                <a:gd name="T2" fmla="*/ 0 w 57"/>
                <a:gd name="T3" fmla="*/ 28 h 57"/>
                <a:gd name="T4" fmla="*/ 29 w 57"/>
                <a:gd name="T5" fmla="*/ 0 h 57"/>
                <a:gd name="T6" fmla="*/ 57 w 57"/>
                <a:gd name="T7" fmla="*/ 28 h 57"/>
                <a:gd name="T8" fmla="*/ 29 w 57"/>
                <a:gd name="T9" fmla="*/ 57 h 57"/>
                <a:gd name="T10" fmla="*/ 29 w 57"/>
                <a:gd name="T11" fmla="*/ 11 h 57"/>
                <a:gd name="T12" fmla="*/ 12 w 57"/>
                <a:gd name="T13" fmla="*/ 28 h 57"/>
                <a:gd name="T14" fmla="*/ 29 w 57"/>
                <a:gd name="T15" fmla="*/ 45 h 57"/>
                <a:gd name="T16" fmla="*/ 46 w 57"/>
                <a:gd name="T17" fmla="*/ 28 h 57"/>
                <a:gd name="T18" fmla="*/ 29 w 57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9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5" y="0"/>
                    <a:pt x="57" y="12"/>
                    <a:pt x="57" y="28"/>
                  </a:cubicBezTo>
                  <a:cubicBezTo>
                    <a:pt x="57" y="44"/>
                    <a:pt x="45" y="57"/>
                    <a:pt x="29" y="57"/>
                  </a:cubicBezTo>
                  <a:close/>
                  <a:moveTo>
                    <a:pt x="29" y="11"/>
                  </a:moveTo>
                  <a:cubicBezTo>
                    <a:pt x="19" y="11"/>
                    <a:pt x="12" y="19"/>
                    <a:pt x="12" y="28"/>
                  </a:cubicBezTo>
                  <a:cubicBezTo>
                    <a:pt x="12" y="38"/>
                    <a:pt x="19" y="45"/>
                    <a:pt x="29" y="45"/>
                  </a:cubicBezTo>
                  <a:cubicBezTo>
                    <a:pt x="38" y="45"/>
                    <a:pt x="46" y="38"/>
                    <a:pt x="46" y="28"/>
                  </a:cubicBezTo>
                  <a:cubicBezTo>
                    <a:pt x="46" y="19"/>
                    <a:pt x="38" y="11"/>
                    <a:pt x="29" y="11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8" name="Oval 202"/>
            <p:cNvSpPr>
              <a:spLocks noChangeArrowheads="1"/>
            </p:cNvSpPr>
            <p:nvPr/>
          </p:nvSpPr>
          <p:spPr bwMode="auto">
            <a:xfrm>
              <a:off x="7828160" y="3697251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9" name="Freeform 203"/>
            <p:cNvSpPr>
              <a:spLocks noEditPoints="1"/>
            </p:cNvSpPr>
            <p:nvPr/>
          </p:nvSpPr>
          <p:spPr bwMode="auto">
            <a:xfrm>
              <a:off x="7819179" y="3688270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19" y="12"/>
                    <a:pt x="12" y="20"/>
                    <a:pt x="12" y="29"/>
                  </a:cubicBezTo>
                  <a:cubicBezTo>
                    <a:pt x="12" y="39"/>
                    <a:pt x="19" y="46"/>
                    <a:pt x="29" y="46"/>
                  </a:cubicBezTo>
                  <a:cubicBezTo>
                    <a:pt x="38" y="46"/>
                    <a:pt x="46" y="39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0" name="Oval 204"/>
            <p:cNvSpPr>
              <a:spLocks noChangeArrowheads="1"/>
            </p:cNvSpPr>
            <p:nvPr/>
          </p:nvSpPr>
          <p:spPr bwMode="auto">
            <a:xfrm>
              <a:off x="8199582" y="4476660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06"/>
            <p:cNvSpPr>
              <a:spLocks noEditPoints="1"/>
            </p:cNvSpPr>
            <p:nvPr/>
          </p:nvSpPr>
          <p:spPr bwMode="auto">
            <a:xfrm>
              <a:off x="8190602" y="4467679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207"/>
            <p:cNvSpPr/>
            <p:nvPr/>
          </p:nvSpPr>
          <p:spPr bwMode="auto">
            <a:xfrm>
              <a:off x="9010424" y="5533833"/>
              <a:ext cx="127015" cy="15396"/>
            </a:xfrm>
            <a:custGeom>
              <a:avLst/>
              <a:gdLst>
                <a:gd name="T0" fmla="*/ 6 w 84"/>
                <a:gd name="T1" fmla="*/ 10 h 10"/>
                <a:gd name="T2" fmla="*/ 78 w 84"/>
                <a:gd name="T3" fmla="*/ 10 h 10"/>
                <a:gd name="T4" fmla="*/ 84 w 84"/>
                <a:gd name="T5" fmla="*/ 5 h 10"/>
                <a:gd name="T6" fmla="*/ 78 w 84"/>
                <a:gd name="T7" fmla="*/ 0 h 10"/>
                <a:gd name="T8" fmla="*/ 6 w 84"/>
                <a:gd name="T9" fmla="*/ 0 h 10"/>
                <a:gd name="T10" fmla="*/ 0 w 84"/>
                <a:gd name="T11" fmla="*/ 5 h 10"/>
                <a:gd name="T12" fmla="*/ 6 w 84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0">
                  <a:moveTo>
                    <a:pt x="6" y="10"/>
                  </a:moveTo>
                  <a:cubicBezTo>
                    <a:pt x="78" y="10"/>
                    <a:pt x="78" y="10"/>
                    <a:pt x="78" y="10"/>
                  </a:cubicBezTo>
                  <a:cubicBezTo>
                    <a:pt x="81" y="10"/>
                    <a:pt x="84" y="8"/>
                    <a:pt x="84" y="5"/>
                  </a:cubicBezTo>
                  <a:cubicBezTo>
                    <a:pt x="84" y="2"/>
                    <a:pt x="81" y="0"/>
                    <a:pt x="7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8"/>
                    <a:pt x="3" y="10"/>
                    <a:pt x="6" y="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08"/>
            <p:cNvSpPr/>
            <p:nvPr/>
          </p:nvSpPr>
          <p:spPr bwMode="auto">
            <a:xfrm>
              <a:off x="9010424" y="5648018"/>
              <a:ext cx="127015" cy="16679"/>
            </a:xfrm>
            <a:custGeom>
              <a:avLst/>
              <a:gdLst>
                <a:gd name="T0" fmla="*/ 0 w 84"/>
                <a:gd name="T1" fmla="*/ 5 h 11"/>
                <a:gd name="T2" fmla="*/ 6 w 84"/>
                <a:gd name="T3" fmla="*/ 11 h 11"/>
                <a:gd name="T4" fmla="*/ 78 w 84"/>
                <a:gd name="T5" fmla="*/ 11 h 11"/>
                <a:gd name="T6" fmla="*/ 84 w 84"/>
                <a:gd name="T7" fmla="*/ 5 h 11"/>
                <a:gd name="T8" fmla="*/ 78 w 84"/>
                <a:gd name="T9" fmla="*/ 0 h 11"/>
                <a:gd name="T10" fmla="*/ 6 w 84"/>
                <a:gd name="T11" fmla="*/ 0 h 11"/>
                <a:gd name="T12" fmla="*/ 0 w 84"/>
                <a:gd name="T13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1">
                  <a:moveTo>
                    <a:pt x="0" y="5"/>
                  </a:moveTo>
                  <a:cubicBezTo>
                    <a:pt x="0" y="8"/>
                    <a:pt x="3" y="11"/>
                    <a:pt x="6" y="11"/>
                  </a:cubicBezTo>
                  <a:cubicBezTo>
                    <a:pt x="78" y="11"/>
                    <a:pt x="78" y="11"/>
                    <a:pt x="78" y="11"/>
                  </a:cubicBezTo>
                  <a:cubicBezTo>
                    <a:pt x="81" y="11"/>
                    <a:pt x="84" y="8"/>
                    <a:pt x="84" y="5"/>
                  </a:cubicBezTo>
                  <a:cubicBezTo>
                    <a:pt x="84" y="2"/>
                    <a:pt x="81" y="0"/>
                    <a:pt x="7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09"/>
            <p:cNvSpPr>
              <a:spLocks noEditPoints="1"/>
            </p:cNvSpPr>
            <p:nvPr/>
          </p:nvSpPr>
          <p:spPr bwMode="auto">
            <a:xfrm>
              <a:off x="8948200" y="5476099"/>
              <a:ext cx="288029" cy="255313"/>
            </a:xfrm>
            <a:custGeom>
              <a:avLst/>
              <a:gdLst>
                <a:gd name="T0" fmla="*/ 186 w 190"/>
                <a:gd name="T1" fmla="*/ 11 h 168"/>
                <a:gd name="T2" fmla="*/ 174 w 190"/>
                <a:gd name="T3" fmla="*/ 9 h 168"/>
                <a:gd name="T4" fmla="*/ 148 w 190"/>
                <a:gd name="T5" fmla="*/ 35 h 168"/>
                <a:gd name="T6" fmla="*/ 148 w 190"/>
                <a:gd name="T7" fmla="*/ 14 h 168"/>
                <a:gd name="T8" fmla="*/ 132 w 190"/>
                <a:gd name="T9" fmla="*/ 0 h 168"/>
                <a:gd name="T10" fmla="*/ 29 w 190"/>
                <a:gd name="T11" fmla="*/ 0 h 168"/>
                <a:gd name="T12" fmla="*/ 13 w 190"/>
                <a:gd name="T13" fmla="*/ 14 h 168"/>
                <a:gd name="T14" fmla="*/ 13 w 190"/>
                <a:gd name="T15" fmla="*/ 38 h 168"/>
                <a:gd name="T16" fmla="*/ 5 w 190"/>
                <a:gd name="T17" fmla="*/ 38 h 168"/>
                <a:gd name="T18" fmla="*/ 0 w 190"/>
                <a:gd name="T19" fmla="*/ 43 h 168"/>
                <a:gd name="T20" fmla="*/ 5 w 190"/>
                <a:gd name="T21" fmla="*/ 48 h 168"/>
                <a:gd name="T22" fmla="*/ 13 w 190"/>
                <a:gd name="T23" fmla="*/ 48 h 168"/>
                <a:gd name="T24" fmla="*/ 13 w 190"/>
                <a:gd name="T25" fmla="*/ 75 h 168"/>
                <a:gd name="T26" fmla="*/ 5 w 190"/>
                <a:gd name="T27" fmla="*/ 75 h 168"/>
                <a:gd name="T28" fmla="*/ 0 w 190"/>
                <a:gd name="T29" fmla="*/ 81 h 168"/>
                <a:gd name="T30" fmla="*/ 5 w 190"/>
                <a:gd name="T31" fmla="*/ 86 h 168"/>
                <a:gd name="T32" fmla="*/ 13 w 190"/>
                <a:gd name="T33" fmla="*/ 86 h 168"/>
                <a:gd name="T34" fmla="*/ 13 w 190"/>
                <a:gd name="T35" fmla="*/ 113 h 168"/>
                <a:gd name="T36" fmla="*/ 5 w 190"/>
                <a:gd name="T37" fmla="*/ 113 h 168"/>
                <a:gd name="T38" fmla="*/ 0 w 190"/>
                <a:gd name="T39" fmla="*/ 118 h 168"/>
                <a:gd name="T40" fmla="*/ 5 w 190"/>
                <a:gd name="T41" fmla="*/ 124 h 168"/>
                <a:gd name="T42" fmla="*/ 13 w 190"/>
                <a:gd name="T43" fmla="*/ 124 h 168"/>
                <a:gd name="T44" fmla="*/ 13 w 190"/>
                <a:gd name="T45" fmla="*/ 154 h 168"/>
                <a:gd name="T46" fmla="*/ 29 w 190"/>
                <a:gd name="T47" fmla="*/ 168 h 168"/>
                <a:gd name="T48" fmla="*/ 132 w 190"/>
                <a:gd name="T49" fmla="*/ 168 h 168"/>
                <a:gd name="T50" fmla="*/ 148 w 190"/>
                <a:gd name="T51" fmla="*/ 154 h 168"/>
                <a:gd name="T52" fmla="*/ 148 w 190"/>
                <a:gd name="T53" fmla="*/ 63 h 168"/>
                <a:gd name="T54" fmla="*/ 188 w 190"/>
                <a:gd name="T55" fmla="*/ 23 h 168"/>
                <a:gd name="T56" fmla="*/ 186 w 190"/>
                <a:gd name="T57" fmla="*/ 11 h 168"/>
                <a:gd name="T58" fmla="*/ 137 w 190"/>
                <a:gd name="T59" fmla="*/ 154 h 168"/>
                <a:gd name="T60" fmla="*/ 132 w 190"/>
                <a:gd name="T61" fmla="*/ 157 h 168"/>
                <a:gd name="T62" fmla="*/ 29 w 190"/>
                <a:gd name="T63" fmla="*/ 157 h 168"/>
                <a:gd name="T64" fmla="*/ 24 w 190"/>
                <a:gd name="T65" fmla="*/ 154 h 168"/>
                <a:gd name="T66" fmla="*/ 24 w 190"/>
                <a:gd name="T67" fmla="*/ 124 h 168"/>
                <a:gd name="T68" fmla="*/ 29 w 190"/>
                <a:gd name="T69" fmla="*/ 118 h 168"/>
                <a:gd name="T70" fmla="*/ 24 w 190"/>
                <a:gd name="T71" fmla="*/ 113 h 168"/>
                <a:gd name="T72" fmla="*/ 24 w 190"/>
                <a:gd name="T73" fmla="*/ 86 h 168"/>
                <a:gd name="T74" fmla="*/ 29 w 190"/>
                <a:gd name="T75" fmla="*/ 81 h 168"/>
                <a:gd name="T76" fmla="*/ 24 w 190"/>
                <a:gd name="T77" fmla="*/ 75 h 168"/>
                <a:gd name="T78" fmla="*/ 24 w 190"/>
                <a:gd name="T79" fmla="*/ 48 h 168"/>
                <a:gd name="T80" fmla="*/ 29 w 190"/>
                <a:gd name="T81" fmla="*/ 43 h 168"/>
                <a:gd name="T82" fmla="*/ 24 w 190"/>
                <a:gd name="T83" fmla="*/ 38 h 168"/>
                <a:gd name="T84" fmla="*/ 24 w 190"/>
                <a:gd name="T85" fmla="*/ 14 h 168"/>
                <a:gd name="T86" fmla="*/ 29 w 190"/>
                <a:gd name="T87" fmla="*/ 11 h 168"/>
                <a:gd name="T88" fmla="*/ 132 w 190"/>
                <a:gd name="T89" fmla="*/ 11 h 168"/>
                <a:gd name="T90" fmla="*/ 137 w 190"/>
                <a:gd name="T91" fmla="*/ 14 h 168"/>
                <a:gd name="T92" fmla="*/ 137 w 190"/>
                <a:gd name="T93" fmla="*/ 46 h 168"/>
                <a:gd name="T94" fmla="*/ 108 w 190"/>
                <a:gd name="T95" fmla="*/ 75 h 168"/>
                <a:gd name="T96" fmla="*/ 47 w 190"/>
                <a:gd name="T97" fmla="*/ 75 h 168"/>
                <a:gd name="T98" fmla="*/ 41 w 190"/>
                <a:gd name="T99" fmla="*/ 81 h 168"/>
                <a:gd name="T100" fmla="*/ 47 w 190"/>
                <a:gd name="T101" fmla="*/ 86 h 168"/>
                <a:gd name="T102" fmla="*/ 98 w 190"/>
                <a:gd name="T103" fmla="*/ 86 h 168"/>
                <a:gd name="T104" fmla="*/ 94 w 190"/>
                <a:gd name="T105" fmla="*/ 103 h 168"/>
                <a:gd name="T106" fmla="*/ 112 w 190"/>
                <a:gd name="T107" fmla="*/ 99 h 168"/>
                <a:gd name="T108" fmla="*/ 137 w 190"/>
                <a:gd name="T109" fmla="*/ 74 h 168"/>
                <a:gd name="T110" fmla="*/ 137 w 190"/>
                <a:gd name="T111" fmla="*/ 15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0" h="168">
                  <a:moveTo>
                    <a:pt x="186" y="11"/>
                  </a:moveTo>
                  <a:cubicBezTo>
                    <a:pt x="182" y="8"/>
                    <a:pt x="177" y="7"/>
                    <a:pt x="174" y="9"/>
                  </a:cubicBezTo>
                  <a:cubicBezTo>
                    <a:pt x="148" y="35"/>
                    <a:pt x="148" y="35"/>
                    <a:pt x="148" y="35"/>
                  </a:cubicBezTo>
                  <a:cubicBezTo>
                    <a:pt x="148" y="14"/>
                    <a:pt x="148" y="14"/>
                    <a:pt x="148" y="14"/>
                  </a:cubicBezTo>
                  <a:cubicBezTo>
                    <a:pt x="148" y="6"/>
                    <a:pt x="141" y="0"/>
                    <a:pt x="132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1" y="0"/>
                    <a:pt x="13" y="6"/>
                    <a:pt x="13" y="14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2" y="38"/>
                    <a:pt x="0" y="40"/>
                    <a:pt x="0" y="43"/>
                  </a:cubicBezTo>
                  <a:cubicBezTo>
                    <a:pt x="0" y="46"/>
                    <a:pt x="2" y="48"/>
                    <a:pt x="5" y="48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2" y="75"/>
                    <a:pt x="0" y="78"/>
                    <a:pt x="0" y="81"/>
                  </a:cubicBezTo>
                  <a:cubicBezTo>
                    <a:pt x="0" y="84"/>
                    <a:pt x="2" y="86"/>
                    <a:pt x="5" y="86"/>
                  </a:cubicBezTo>
                  <a:cubicBezTo>
                    <a:pt x="13" y="86"/>
                    <a:pt x="13" y="86"/>
                    <a:pt x="13" y="86"/>
                  </a:cubicBezTo>
                  <a:cubicBezTo>
                    <a:pt x="13" y="113"/>
                    <a:pt x="13" y="113"/>
                    <a:pt x="13" y="113"/>
                  </a:cubicBezTo>
                  <a:cubicBezTo>
                    <a:pt x="5" y="113"/>
                    <a:pt x="5" y="113"/>
                    <a:pt x="5" y="113"/>
                  </a:cubicBezTo>
                  <a:cubicBezTo>
                    <a:pt x="2" y="113"/>
                    <a:pt x="0" y="115"/>
                    <a:pt x="0" y="118"/>
                  </a:cubicBezTo>
                  <a:cubicBezTo>
                    <a:pt x="0" y="121"/>
                    <a:pt x="2" y="124"/>
                    <a:pt x="5" y="124"/>
                  </a:cubicBezTo>
                  <a:cubicBezTo>
                    <a:pt x="13" y="124"/>
                    <a:pt x="13" y="124"/>
                    <a:pt x="13" y="124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62"/>
                    <a:pt x="21" y="168"/>
                    <a:pt x="29" y="168"/>
                  </a:cubicBezTo>
                  <a:cubicBezTo>
                    <a:pt x="132" y="168"/>
                    <a:pt x="132" y="168"/>
                    <a:pt x="132" y="168"/>
                  </a:cubicBezTo>
                  <a:cubicBezTo>
                    <a:pt x="141" y="168"/>
                    <a:pt x="148" y="162"/>
                    <a:pt x="148" y="154"/>
                  </a:cubicBezTo>
                  <a:cubicBezTo>
                    <a:pt x="148" y="63"/>
                    <a:pt x="148" y="63"/>
                    <a:pt x="148" y="63"/>
                  </a:cubicBezTo>
                  <a:cubicBezTo>
                    <a:pt x="188" y="23"/>
                    <a:pt x="188" y="23"/>
                    <a:pt x="188" y="23"/>
                  </a:cubicBezTo>
                  <a:cubicBezTo>
                    <a:pt x="190" y="20"/>
                    <a:pt x="190" y="15"/>
                    <a:pt x="186" y="11"/>
                  </a:cubicBezTo>
                  <a:close/>
                  <a:moveTo>
                    <a:pt x="137" y="154"/>
                  </a:moveTo>
                  <a:cubicBezTo>
                    <a:pt x="137" y="156"/>
                    <a:pt x="135" y="157"/>
                    <a:pt x="132" y="157"/>
                  </a:cubicBezTo>
                  <a:cubicBezTo>
                    <a:pt x="29" y="157"/>
                    <a:pt x="29" y="157"/>
                    <a:pt x="29" y="157"/>
                  </a:cubicBezTo>
                  <a:cubicBezTo>
                    <a:pt x="26" y="157"/>
                    <a:pt x="24" y="156"/>
                    <a:pt x="24" y="154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7" y="123"/>
                    <a:pt x="29" y="121"/>
                    <a:pt x="29" y="118"/>
                  </a:cubicBezTo>
                  <a:cubicBezTo>
                    <a:pt x="29" y="115"/>
                    <a:pt x="27" y="113"/>
                    <a:pt x="24" y="113"/>
                  </a:cubicBezTo>
                  <a:cubicBezTo>
                    <a:pt x="24" y="86"/>
                    <a:pt x="24" y="86"/>
                    <a:pt x="24" y="86"/>
                  </a:cubicBezTo>
                  <a:cubicBezTo>
                    <a:pt x="27" y="86"/>
                    <a:pt x="29" y="84"/>
                    <a:pt x="29" y="81"/>
                  </a:cubicBezTo>
                  <a:cubicBezTo>
                    <a:pt x="29" y="78"/>
                    <a:pt x="27" y="75"/>
                    <a:pt x="24" y="75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27" y="48"/>
                    <a:pt x="29" y="46"/>
                    <a:pt x="29" y="43"/>
                  </a:cubicBezTo>
                  <a:cubicBezTo>
                    <a:pt x="29" y="40"/>
                    <a:pt x="27" y="38"/>
                    <a:pt x="24" y="38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2"/>
                    <a:pt x="26" y="11"/>
                    <a:pt x="29" y="11"/>
                  </a:cubicBezTo>
                  <a:cubicBezTo>
                    <a:pt x="132" y="11"/>
                    <a:pt x="132" y="11"/>
                    <a:pt x="132" y="11"/>
                  </a:cubicBezTo>
                  <a:cubicBezTo>
                    <a:pt x="135" y="11"/>
                    <a:pt x="137" y="12"/>
                    <a:pt x="137" y="14"/>
                  </a:cubicBezTo>
                  <a:cubicBezTo>
                    <a:pt x="137" y="46"/>
                    <a:pt x="137" y="46"/>
                    <a:pt x="137" y="46"/>
                  </a:cubicBezTo>
                  <a:cubicBezTo>
                    <a:pt x="108" y="75"/>
                    <a:pt x="108" y="75"/>
                    <a:pt x="108" y="75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44" y="75"/>
                    <a:pt x="41" y="78"/>
                    <a:pt x="41" y="81"/>
                  </a:cubicBezTo>
                  <a:cubicBezTo>
                    <a:pt x="41" y="84"/>
                    <a:pt x="44" y="86"/>
                    <a:pt x="47" y="86"/>
                  </a:cubicBezTo>
                  <a:cubicBezTo>
                    <a:pt x="98" y="86"/>
                    <a:pt x="98" y="86"/>
                    <a:pt x="98" y="86"/>
                  </a:cubicBezTo>
                  <a:cubicBezTo>
                    <a:pt x="95" y="90"/>
                    <a:pt x="90" y="100"/>
                    <a:pt x="94" y="103"/>
                  </a:cubicBezTo>
                  <a:cubicBezTo>
                    <a:pt x="98" y="107"/>
                    <a:pt x="110" y="101"/>
                    <a:pt x="112" y="99"/>
                  </a:cubicBezTo>
                  <a:cubicBezTo>
                    <a:pt x="137" y="74"/>
                    <a:pt x="137" y="74"/>
                    <a:pt x="137" y="74"/>
                  </a:cubicBezTo>
                  <a:lnTo>
                    <a:pt x="137" y="1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10"/>
            <p:cNvSpPr>
              <a:spLocks noEditPoints="1"/>
            </p:cNvSpPr>
            <p:nvPr/>
          </p:nvSpPr>
          <p:spPr bwMode="auto">
            <a:xfrm>
              <a:off x="9268303" y="4496546"/>
              <a:ext cx="382327" cy="341272"/>
            </a:xfrm>
            <a:custGeom>
              <a:avLst/>
              <a:gdLst>
                <a:gd name="T0" fmla="*/ 250 w 252"/>
                <a:gd name="T1" fmla="*/ 209 h 225"/>
                <a:gd name="T2" fmla="*/ 226 w 252"/>
                <a:gd name="T3" fmla="*/ 157 h 225"/>
                <a:gd name="T4" fmla="*/ 212 w 252"/>
                <a:gd name="T5" fmla="*/ 148 h 225"/>
                <a:gd name="T6" fmla="*/ 185 w 252"/>
                <a:gd name="T7" fmla="*/ 148 h 225"/>
                <a:gd name="T8" fmla="*/ 185 w 252"/>
                <a:gd name="T9" fmla="*/ 140 h 225"/>
                <a:gd name="T10" fmla="*/ 208 w 252"/>
                <a:gd name="T11" fmla="*/ 140 h 225"/>
                <a:gd name="T12" fmla="*/ 224 w 252"/>
                <a:gd name="T13" fmla="*/ 122 h 225"/>
                <a:gd name="T14" fmla="*/ 224 w 252"/>
                <a:gd name="T15" fmla="*/ 18 h 225"/>
                <a:gd name="T16" fmla="*/ 208 w 252"/>
                <a:gd name="T17" fmla="*/ 0 h 225"/>
                <a:gd name="T18" fmla="*/ 44 w 252"/>
                <a:gd name="T19" fmla="*/ 0 h 225"/>
                <a:gd name="T20" fmla="*/ 27 w 252"/>
                <a:gd name="T21" fmla="*/ 18 h 225"/>
                <a:gd name="T22" fmla="*/ 27 w 252"/>
                <a:gd name="T23" fmla="*/ 122 h 225"/>
                <a:gd name="T24" fmla="*/ 44 w 252"/>
                <a:gd name="T25" fmla="*/ 140 h 225"/>
                <a:gd name="T26" fmla="*/ 66 w 252"/>
                <a:gd name="T27" fmla="*/ 140 h 225"/>
                <a:gd name="T28" fmla="*/ 66 w 252"/>
                <a:gd name="T29" fmla="*/ 148 h 225"/>
                <a:gd name="T30" fmla="*/ 39 w 252"/>
                <a:gd name="T31" fmla="*/ 148 h 225"/>
                <a:gd name="T32" fmla="*/ 25 w 252"/>
                <a:gd name="T33" fmla="*/ 157 h 225"/>
                <a:gd name="T34" fmla="*/ 1 w 252"/>
                <a:gd name="T35" fmla="*/ 209 h 225"/>
                <a:gd name="T36" fmla="*/ 2 w 252"/>
                <a:gd name="T37" fmla="*/ 220 h 225"/>
                <a:gd name="T38" fmla="*/ 10 w 252"/>
                <a:gd name="T39" fmla="*/ 225 h 225"/>
                <a:gd name="T40" fmla="*/ 75 w 252"/>
                <a:gd name="T41" fmla="*/ 225 h 225"/>
                <a:gd name="T42" fmla="*/ 76 w 252"/>
                <a:gd name="T43" fmla="*/ 225 h 225"/>
                <a:gd name="T44" fmla="*/ 126 w 252"/>
                <a:gd name="T45" fmla="*/ 225 h 225"/>
                <a:gd name="T46" fmla="*/ 176 w 252"/>
                <a:gd name="T47" fmla="*/ 225 h 225"/>
                <a:gd name="T48" fmla="*/ 176 w 252"/>
                <a:gd name="T49" fmla="*/ 225 h 225"/>
                <a:gd name="T50" fmla="*/ 241 w 252"/>
                <a:gd name="T51" fmla="*/ 225 h 225"/>
                <a:gd name="T52" fmla="*/ 250 w 252"/>
                <a:gd name="T53" fmla="*/ 220 h 225"/>
                <a:gd name="T54" fmla="*/ 250 w 252"/>
                <a:gd name="T55" fmla="*/ 209 h 225"/>
                <a:gd name="T56" fmla="*/ 41 w 252"/>
                <a:gd name="T57" fmla="*/ 122 h 225"/>
                <a:gd name="T58" fmla="*/ 41 w 252"/>
                <a:gd name="T59" fmla="*/ 18 h 225"/>
                <a:gd name="T60" fmla="*/ 44 w 252"/>
                <a:gd name="T61" fmla="*/ 15 h 225"/>
                <a:gd name="T62" fmla="*/ 208 w 252"/>
                <a:gd name="T63" fmla="*/ 15 h 225"/>
                <a:gd name="T64" fmla="*/ 210 w 252"/>
                <a:gd name="T65" fmla="*/ 18 h 225"/>
                <a:gd name="T66" fmla="*/ 210 w 252"/>
                <a:gd name="T67" fmla="*/ 122 h 225"/>
                <a:gd name="T68" fmla="*/ 208 w 252"/>
                <a:gd name="T69" fmla="*/ 125 h 225"/>
                <a:gd name="T70" fmla="*/ 44 w 252"/>
                <a:gd name="T71" fmla="*/ 125 h 225"/>
                <a:gd name="T72" fmla="*/ 41 w 252"/>
                <a:gd name="T73" fmla="*/ 122 h 225"/>
                <a:gd name="T74" fmla="*/ 167 w 252"/>
                <a:gd name="T75" fmla="*/ 206 h 225"/>
                <a:gd name="T76" fmla="*/ 164 w 252"/>
                <a:gd name="T77" fmla="*/ 208 h 225"/>
                <a:gd name="T78" fmla="*/ 145 w 252"/>
                <a:gd name="T79" fmla="*/ 208 h 225"/>
                <a:gd name="T80" fmla="*/ 137 w 252"/>
                <a:gd name="T81" fmla="*/ 208 h 225"/>
                <a:gd name="T82" fmla="*/ 115 w 252"/>
                <a:gd name="T83" fmla="*/ 208 h 225"/>
                <a:gd name="T84" fmla="*/ 107 w 252"/>
                <a:gd name="T85" fmla="*/ 208 h 225"/>
                <a:gd name="T86" fmla="*/ 87 w 252"/>
                <a:gd name="T87" fmla="*/ 208 h 225"/>
                <a:gd name="T88" fmla="*/ 85 w 252"/>
                <a:gd name="T89" fmla="*/ 206 h 225"/>
                <a:gd name="T90" fmla="*/ 84 w 252"/>
                <a:gd name="T91" fmla="*/ 203 h 225"/>
                <a:gd name="T92" fmla="*/ 87 w 252"/>
                <a:gd name="T93" fmla="*/ 188 h 225"/>
                <a:gd name="T94" fmla="*/ 91 w 252"/>
                <a:gd name="T95" fmla="*/ 185 h 225"/>
                <a:gd name="T96" fmla="*/ 109 w 252"/>
                <a:gd name="T97" fmla="*/ 185 h 225"/>
                <a:gd name="T98" fmla="*/ 142 w 252"/>
                <a:gd name="T99" fmla="*/ 185 h 225"/>
                <a:gd name="T100" fmla="*/ 161 w 252"/>
                <a:gd name="T101" fmla="*/ 185 h 225"/>
                <a:gd name="T102" fmla="*/ 164 w 252"/>
                <a:gd name="T103" fmla="*/ 188 h 225"/>
                <a:gd name="T104" fmla="*/ 168 w 252"/>
                <a:gd name="T105" fmla="*/ 203 h 225"/>
                <a:gd name="T106" fmla="*/ 167 w 252"/>
                <a:gd name="T107" fmla="*/ 206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2" h="225">
                  <a:moveTo>
                    <a:pt x="250" y="209"/>
                  </a:moveTo>
                  <a:cubicBezTo>
                    <a:pt x="226" y="157"/>
                    <a:pt x="226" y="157"/>
                    <a:pt x="226" y="157"/>
                  </a:cubicBezTo>
                  <a:cubicBezTo>
                    <a:pt x="223" y="152"/>
                    <a:pt x="218" y="148"/>
                    <a:pt x="212" y="148"/>
                  </a:cubicBezTo>
                  <a:cubicBezTo>
                    <a:pt x="185" y="148"/>
                    <a:pt x="185" y="148"/>
                    <a:pt x="185" y="148"/>
                  </a:cubicBezTo>
                  <a:cubicBezTo>
                    <a:pt x="185" y="140"/>
                    <a:pt x="185" y="140"/>
                    <a:pt x="185" y="140"/>
                  </a:cubicBezTo>
                  <a:cubicBezTo>
                    <a:pt x="208" y="140"/>
                    <a:pt x="208" y="140"/>
                    <a:pt x="208" y="140"/>
                  </a:cubicBezTo>
                  <a:cubicBezTo>
                    <a:pt x="217" y="140"/>
                    <a:pt x="224" y="132"/>
                    <a:pt x="224" y="122"/>
                  </a:cubicBezTo>
                  <a:cubicBezTo>
                    <a:pt x="224" y="18"/>
                    <a:pt x="224" y="18"/>
                    <a:pt x="224" y="18"/>
                  </a:cubicBezTo>
                  <a:cubicBezTo>
                    <a:pt x="224" y="8"/>
                    <a:pt x="217" y="0"/>
                    <a:pt x="208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4" y="0"/>
                    <a:pt x="27" y="8"/>
                    <a:pt x="27" y="18"/>
                  </a:cubicBezTo>
                  <a:cubicBezTo>
                    <a:pt x="27" y="122"/>
                    <a:pt x="27" y="122"/>
                    <a:pt x="27" y="122"/>
                  </a:cubicBezTo>
                  <a:cubicBezTo>
                    <a:pt x="27" y="132"/>
                    <a:pt x="34" y="140"/>
                    <a:pt x="44" y="140"/>
                  </a:cubicBezTo>
                  <a:cubicBezTo>
                    <a:pt x="66" y="140"/>
                    <a:pt x="66" y="140"/>
                    <a:pt x="66" y="140"/>
                  </a:cubicBezTo>
                  <a:cubicBezTo>
                    <a:pt x="66" y="148"/>
                    <a:pt x="66" y="148"/>
                    <a:pt x="66" y="148"/>
                  </a:cubicBezTo>
                  <a:cubicBezTo>
                    <a:pt x="39" y="148"/>
                    <a:pt x="39" y="148"/>
                    <a:pt x="39" y="148"/>
                  </a:cubicBezTo>
                  <a:cubicBezTo>
                    <a:pt x="34" y="148"/>
                    <a:pt x="28" y="152"/>
                    <a:pt x="25" y="157"/>
                  </a:cubicBezTo>
                  <a:cubicBezTo>
                    <a:pt x="1" y="209"/>
                    <a:pt x="1" y="209"/>
                    <a:pt x="1" y="209"/>
                  </a:cubicBezTo>
                  <a:cubicBezTo>
                    <a:pt x="0" y="213"/>
                    <a:pt x="0" y="217"/>
                    <a:pt x="2" y="220"/>
                  </a:cubicBezTo>
                  <a:cubicBezTo>
                    <a:pt x="3" y="223"/>
                    <a:pt x="7" y="225"/>
                    <a:pt x="10" y="225"/>
                  </a:cubicBezTo>
                  <a:cubicBezTo>
                    <a:pt x="75" y="225"/>
                    <a:pt x="75" y="225"/>
                    <a:pt x="75" y="225"/>
                  </a:cubicBezTo>
                  <a:cubicBezTo>
                    <a:pt x="75" y="225"/>
                    <a:pt x="75" y="225"/>
                    <a:pt x="76" y="225"/>
                  </a:cubicBezTo>
                  <a:cubicBezTo>
                    <a:pt x="126" y="225"/>
                    <a:pt x="126" y="225"/>
                    <a:pt x="126" y="225"/>
                  </a:cubicBezTo>
                  <a:cubicBezTo>
                    <a:pt x="176" y="225"/>
                    <a:pt x="176" y="225"/>
                    <a:pt x="176" y="225"/>
                  </a:cubicBezTo>
                  <a:cubicBezTo>
                    <a:pt x="176" y="225"/>
                    <a:pt x="176" y="225"/>
                    <a:pt x="176" y="225"/>
                  </a:cubicBezTo>
                  <a:cubicBezTo>
                    <a:pt x="241" y="225"/>
                    <a:pt x="241" y="225"/>
                    <a:pt x="241" y="225"/>
                  </a:cubicBezTo>
                  <a:cubicBezTo>
                    <a:pt x="245" y="225"/>
                    <a:pt x="248" y="223"/>
                    <a:pt x="250" y="220"/>
                  </a:cubicBezTo>
                  <a:cubicBezTo>
                    <a:pt x="252" y="217"/>
                    <a:pt x="252" y="213"/>
                    <a:pt x="250" y="209"/>
                  </a:cubicBezTo>
                  <a:close/>
                  <a:moveTo>
                    <a:pt x="41" y="122"/>
                  </a:moveTo>
                  <a:cubicBezTo>
                    <a:pt x="41" y="18"/>
                    <a:pt x="41" y="18"/>
                    <a:pt x="41" y="18"/>
                  </a:cubicBezTo>
                  <a:cubicBezTo>
                    <a:pt x="41" y="16"/>
                    <a:pt x="42" y="15"/>
                    <a:pt x="44" y="15"/>
                  </a:cubicBezTo>
                  <a:cubicBezTo>
                    <a:pt x="208" y="15"/>
                    <a:pt x="208" y="15"/>
                    <a:pt x="208" y="15"/>
                  </a:cubicBezTo>
                  <a:cubicBezTo>
                    <a:pt x="209" y="15"/>
                    <a:pt x="210" y="16"/>
                    <a:pt x="210" y="18"/>
                  </a:cubicBezTo>
                  <a:cubicBezTo>
                    <a:pt x="210" y="122"/>
                    <a:pt x="210" y="122"/>
                    <a:pt x="210" y="122"/>
                  </a:cubicBezTo>
                  <a:cubicBezTo>
                    <a:pt x="210" y="123"/>
                    <a:pt x="209" y="125"/>
                    <a:pt x="208" y="125"/>
                  </a:cubicBezTo>
                  <a:cubicBezTo>
                    <a:pt x="44" y="125"/>
                    <a:pt x="44" y="125"/>
                    <a:pt x="44" y="125"/>
                  </a:cubicBezTo>
                  <a:cubicBezTo>
                    <a:pt x="42" y="125"/>
                    <a:pt x="41" y="123"/>
                    <a:pt x="41" y="122"/>
                  </a:cubicBezTo>
                  <a:close/>
                  <a:moveTo>
                    <a:pt x="167" y="206"/>
                  </a:moveTo>
                  <a:cubicBezTo>
                    <a:pt x="166" y="207"/>
                    <a:pt x="165" y="208"/>
                    <a:pt x="164" y="208"/>
                  </a:cubicBezTo>
                  <a:cubicBezTo>
                    <a:pt x="145" y="208"/>
                    <a:pt x="145" y="208"/>
                    <a:pt x="145" y="208"/>
                  </a:cubicBezTo>
                  <a:cubicBezTo>
                    <a:pt x="137" y="208"/>
                    <a:pt x="137" y="208"/>
                    <a:pt x="137" y="208"/>
                  </a:cubicBezTo>
                  <a:cubicBezTo>
                    <a:pt x="115" y="208"/>
                    <a:pt x="115" y="208"/>
                    <a:pt x="115" y="208"/>
                  </a:cubicBezTo>
                  <a:cubicBezTo>
                    <a:pt x="107" y="208"/>
                    <a:pt x="107" y="208"/>
                    <a:pt x="107" y="208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86" y="208"/>
                    <a:pt x="85" y="207"/>
                    <a:pt x="85" y="206"/>
                  </a:cubicBezTo>
                  <a:cubicBezTo>
                    <a:pt x="84" y="205"/>
                    <a:pt x="84" y="204"/>
                    <a:pt x="84" y="203"/>
                  </a:cubicBezTo>
                  <a:cubicBezTo>
                    <a:pt x="87" y="188"/>
                    <a:pt x="87" y="188"/>
                    <a:pt x="87" y="188"/>
                  </a:cubicBezTo>
                  <a:cubicBezTo>
                    <a:pt x="88" y="186"/>
                    <a:pt x="89" y="185"/>
                    <a:pt x="91" y="185"/>
                  </a:cubicBezTo>
                  <a:cubicBezTo>
                    <a:pt x="109" y="185"/>
                    <a:pt x="109" y="185"/>
                    <a:pt x="109" y="185"/>
                  </a:cubicBezTo>
                  <a:cubicBezTo>
                    <a:pt x="142" y="185"/>
                    <a:pt x="142" y="185"/>
                    <a:pt x="142" y="185"/>
                  </a:cubicBezTo>
                  <a:cubicBezTo>
                    <a:pt x="161" y="185"/>
                    <a:pt x="161" y="185"/>
                    <a:pt x="161" y="185"/>
                  </a:cubicBezTo>
                  <a:cubicBezTo>
                    <a:pt x="162" y="185"/>
                    <a:pt x="164" y="186"/>
                    <a:pt x="164" y="188"/>
                  </a:cubicBezTo>
                  <a:cubicBezTo>
                    <a:pt x="168" y="203"/>
                    <a:pt x="168" y="203"/>
                    <a:pt x="168" y="203"/>
                  </a:cubicBezTo>
                  <a:cubicBezTo>
                    <a:pt x="168" y="204"/>
                    <a:pt x="168" y="205"/>
                    <a:pt x="167" y="20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11"/>
            <p:cNvSpPr/>
            <p:nvPr/>
          </p:nvSpPr>
          <p:spPr bwMode="auto">
            <a:xfrm>
              <a:off x="10227329" y="4016071"/>
              <a:ext cx="154599" cy="155882"/>
            </a:xfrm>
            <a:custGeom>
              <a:avLst/>
              <a:gdLst>
                <a:gd name="T0" fmla="*/ 19 w 102"/>
                <a:gd name="T1" fmla="*/ 76 h 103"/>
                <a:gd name="T2" fmla="*/ 18 w 102"/>
                <a:gd name="T3" fmla="*/ 102 h 103"/>
                <a:gd name="T4" fmla="*/ 18 w 102"/>
                <a:gd name="T5" fmla="*/ 103 h 103"/>
                <a:gd name="T6" fmla="*/ 20 w 102"/>
                <a:gd name="T7" fmla="*/ 102 h 103"/>
                <a:gd name="T8" fmla="*/ 41 w 102"/>
                <a:gd name="T9" fmla="*/ 85 h 103"/>
                <a:gd name="T10" fmla="*/ 54 w 102"/>
                <a:gd name="T11" fmla="*/ 87 h 103"/>
                <a:gd name="T12" fmla="*/ 102 w 102"/>
                <a:gd name="T13" fmla="*/ 63 h 103"/>
                <a:gd name="T14" fmla="*/ 62 w 102"/>
                <a:gd name="T15" fmla="*/ 17 h 103"/>
                <a:gd name="T16" fmla="*/ 66 w 102"/>
                <a:gd name="T17" fmla="*/ 1 h 103"/>
                <a:gd name="T18" fmla="*/ 54 w 102"/>
                <a:gd name="T19" fmla="*/ 0 h 103"/>
                <a:gd name="T20" fmla="*/ 0 w 102"/>
                <a:gd name="T21" fmla="*/ 43 h 103"/>
                <a:gd name="T22" fmla="*/ 19 w 102"/>
                <a:gd name="T23" fmla="*/ 7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03">
                  <a:moveTo>
                    <a:pt x="19" y="76"/>
                  </a:moveTo>
                  <a:cubicBezTo>
                    <a:pt x="18" y="102"/>
                    <a:pt x="18" y="102"/>
                    <a:pt x="18" y="102"/>
                  </a:cubicBezTo>
                  <a:cubicBezTo>
                    <a:pt x="18" y="103"/>
                    <a:pt x="18" y="103"/>
                    <a:pt x="18" y="103"/>
                  </a:cubicBezTo>
                  <a:cubicBezTo>
                    <a:pt x="19" y="103"/>
                    <a:pt x="20" y="103"/>
                    <a:pt x="20" y="102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5" y="86"/>
                    <a:pt x="50" y="87"/>
                    <a:pt x="54" y="87"/>
                  </a:cubicBezTo>
                  <a:cubicBezTo>
                    <a:pt x="75" y="87"/>
                    <a:pt x="94" y="77"/>
                    <a:pt x="102" y="63"/>
                  </a:cubicBezTo>
                  <a:cubicBezTo>
                    <a:pt x="79" y="56"/>
                    <a:pt x="62" y="38"/>
                    <a:pt x="62" y="17"/>
                  </a:cubicBezTo>
                  <a:cubicBezTo>
                    <a:pt x="62" y="11"/>
                    <a:pt x="63" y="6"/>
                    <a:pt x="66" y="1"/>
                  </a:cubicBezTo>
                  <a:cubicBezTo>
                    <a:pt x="62" y="0"/>
                    <a:pt x="58" y="0"/>
                    <a:pt x="54" y="0"/>
                  </a:cubicBezTo>
                  <a:cubicBezTo>
                    <a:pt x="24" y="0"/>
                    <a:pt x="0" y="19"/>
                    <a:pt x="0" y="43"/>
                  </a:cubicBezTo>
                  <a:cubicBezTo>
                    <a:pt x="0" y="56"/>
                    <a:pt x="8" y="68"/>
                    <a:pt x="19" y="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212"/>
            <p:cNvSpPr/>
            <p:nvPr/>
          </p:nvSpPr>
          <p:spPr bwMode="auto">
            <a:xfrm>
              <a:off x="10327401" y="3967318"/>
              <a:ext cx="178975" cy="168070"/>
            </a:xfrm>
            <a:custGeom>
              <a:avLst/>
              <a:gdLst>
                <a:gd name="T0" fmla="*/ 42 w 118"/>
                <a:gd name="T1" fmla="*/ 75 h 111"/>
                <a:gd name="T2" fmla="*/ 36 w 118"/>
                <a:gd name="T3" fmla="*/ 95 h 111"/>
                <a:gd name="T4" fmla="*/ 57 w 118"/>
                <a:gd name="T5" fmla="*/ 98 h 111"/>
                <a:gd name="T6" fmla="*/ 79 w 118"/>
                <a:gd name="T7" fmla="*/ 94 h 111"/>
                <a:gd name="T8" fmla="*/ 99 w 118"/>
                <a:gd name="T9" fmla="*/ 110 h 111"/>
                <a:gd name="T10" fmla="*/ 101 w 118"/>
                <a:gd name="T11" fmla="*/ 111 h 111"/>
                <a:gd name="T12" fmla="*/ 101 w 118"/>
                <a:gd name="T13" fmla="*/ 110 h 111"/>
                <a:gd name="T14" fmla="*/ 100 w 118"/>
                <a:gd name="T15" fmla="*/ 84 h 111"/>
                <a:gd name="T16" fmla="*/ 118 w 118"/>
                <a:gd name="T17" fmla="*/ 49 h 111"/>
                <a:gd name="T18" fmla="*/ 57 w 118"/>
                <a:gd name="T19" fmla="*/ 0 h 111"/>
                <a:gd name="T20" fmla="*/ 0 w 118"/>
                <a:gd name="T21" fmla="*/ 33 h 111"/>
                <a:gd name="T22" fmla="*/ 42 w 118"/>
                <a:gd name="T23" fmla="*/ 75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8" h="111">
                  <a:moveTo>
                    <a:pt x="42" y="75"/>
                  </a:moveTo>
                  <a:cubicBezTo>
                    <a:pt x="42" y="82"/>
                    <a:pt x="40" y="89"/>
                    <a:pt x="36" y="95"/>
                  </a:cubicBezTo>
                  <a:cubicBezTo>
                    <a:pt x="43" y="97"/>
                    <a:pt x="50" y="98"/>
                    <a:pt x="57" y="98"/>
                  </a:cubicBezTo>
                  <a:cubicBezTo>
                    <a:pt x="65" y="98"/>
                    <a:pt x="72" y="96"/>
                    <a:pt x="79" y="94"/>
                  </a:cubicBezTo>
                  <a:cubicBezTo>
                    <a:pt x="99" y="110"/>
                    <a:pt x="99" y="110"/>
                    <a:pt x="99" y="110"/>
                  </a:cubicBezTo>
                  <a:cubicBezTo>
                    <a:pt x="99" y="111"/>
                    <a:pt x="100" y="111"/>
                    <a:pt x="101" y="111"/>
                  </a:cubicBezTo>
                  <a:cubicBezTo>
                    <a:pt x="101" y="111"/>
                    <a:pt x="101" y="111"/>
                    <a:pt x="101" y="110"/>
                  </a:cubicBezTo>
                  <a:cubicBezTo>
                    <a:pt x="100" y="84"/>
                    <a:pt x="100" y="84"/>
                    <a:pt x="100" y="84"/>
                  </a:cubicBezTo>
                  <a:cubicBezTo>
                    <a:pt x="111" y="75"/>
                    <a:pt x="118" y="62"/>
                    <a:pt x="118" y="49"/>
                  </a:cubicBezTo>
                  <a:cubicBezTo>
                    <a:pt x="118" y="22"/>
                    <a:pt x="91" y="0"/>
                    <a:pt x="57" y="0"/>
                  </a:cubicBezTo>
                  <a:cubicBezTo>
                    <a:pt x="30" y="0"/>
                    <a:pt x="8" y="14"/>
                    <a:pt x="0" y="33"/>
                  </a:cubicBezTo>
                  <a:cubicBezTo>
                    <a:pt x="24" y="37"/>
                    <a:pt x="42" y="54"/>
                    <a:pt x="42" y="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13"/>
            <p:cNvSpPr/>
            <p:nvPr/>
          </p:nvSpPr>
          <p:spPr bwMode="auto">
            <a:xfrm>
              <a:off x="10288270" y="4196329"/>
              <a:ext cx="159089" cy="177692"/>
            </a:xfrm>
            <a:custGeom>
              <a:avLst/>
              <a:gdLst>
                <a:gd name="T0" fmla="*/ 92 w 105"/>
                <a:gd name="T1" fmla="*/ 95 h 117"/>
                <a:gd name="T2" fmla="*/ 72 w 105"/>
                <a:gd name="T3" fmla="*/ 87 h 117"/>
                <a:gd name="T4" fmla="*/ 69 w 105"/>
                <a:gd name="T5" fmla="*/ 67 h 117"/>
                <a:gd name="T6" fmla="*/ 79 w 105"/>
                <a:gd name="T7" fmla="*/ 29 h 117"/>
                <a:gd name="T8" fmla="*/ 54 w 105"/>
                <a:gd name="T9" fmla="*/ 0 h 117"/>
                <a:gd name="T10" fmla="*/ 52 w 105"/>
                <a:gd name="T11" fmla="*/ 0 h 117"/>
                <a:gd name="T12" fmla="*/ 52 w 105"/>
                <a:gd name="T13" fmla="*/ 0 h 117"/>
                <a:gd name="T14" fmla="*/ 51 w 105"/>
                <a:gd name="T15" fmla="*/ 0 h 117"/>
                <a:gd name="T16" fmla="*/ 26 w 105"/>
                <a:gd name="T17" fmla="*/ 29 h 117"/>
                <a:gd name="T18" fmla="*/ 36 w 105"/>
                <a:gd name="T19" fmla="*/ 67 h 117"/>
                <a:gd name="T20" fmla="*/ 33 w 105"/>
                <a:gd name="T21" fmla="*/ 87 h 117"/>
                <a:gd name="T22" fmla="*/ 12 w 105"/>
                <a:gd name="T23" fmla="*/ 95 h 117"/>
                <a:gd name="T24" fmla="*/ 0 w 105"/>
                <a:gd name="T25" fmla="*/ 117 h 117"/>
                <a:gd name="T26" fmla="*/ 52 w 105"/>
                <a:gd name="T27" fmla="*/ 117 h 117"/>
                <a:gd name="T28" fmla="*/ 52 w 105"/>
                <a:gd name="T29" fmla="*/ 117 h 117"/>
                <a:gd name="T30" fmla="*/ 104 w 105"/>
                <a:gd name="T31" fmla="*/ 117 h 117"/>
                <a:gd name="T32" fmla="*/ 92 w 105"/>
                <a:gd name="T33" fmla="*/ 9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5" h="117">
                  <a:moveTo>
                    <a:pt x="92" y="95"/>
                  </a:moveTo>
                  <a:cubicBezTo>
                    <a:pt x="92" y="95"/>
                    <a:pt x="72" y="87"/>
                    <a:pt x="72" y="87"/>
                  </a:cubicBezTo>
                  <a:cubicBezTo>
                    <a:pt x="68" y="86"/>
                    <a:pt x="63" y="73"/>
                    <a:pt x="69" y="67"/>
                  </a:cubicBezTo>
                  <a:cubicBezTo>
                    <a:pt x="78" y="55"/>
                    <a:pt x="79" y="29"/>
                    <a:pt x="79" y="29"/>
                  </a:cubicBezTo>
                  <a:cubicBezTo>
                    <a:pt x="79" y="13"/>
                    <a:pt x="70" y="0"/>
                    <a:pt x="54" y="0"/>
                  </a:cubicBezTo>
                  <a:cubicBezTo>
                    <a:pt x="54" y="0"/>
                    <a:pt x="53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2" y="0"/>
                    <a:pt x="51" y="0"/>
                    <a:pt x="51" y="0"/>
                  </a:cubicBezTo>
                  <a:cubicBezTo>
                    <a:pt x="34" y="0"/>
                    <a:pt x="26" y="13"/>
                    <a:pt x="26" y="29"/>
                  </a:cubicBezTo>
                  <a:cubicBezTo>
                    <a:pt x="26" y="29"/>
                    <a:pt x="27" y="55"/>
                    <a:pt x="36" y="67"/>
                  </a:cubicBezTo>
                  <a:cubicBezTo>
                    <a:pt x="42" y="73"/>
                    <a:pt x="37" y="86"/>
                    <a:pt x="33" y="87"/>
                  </a:cubicBezTo>
                  <a:cubicBezTo>
                    <a:pt x="33" y="87"/>
                    <a:pt x="12" y="95"/>
                    <a:pt x="12" y="95"/>
                  </a:cubicBezTo>
                  <a:cubicBezTo>
                    <a:pt x="0" y="102"/>
                    <a:pt x="1" y="108"/>
                    <a:pt x="0" y="117"/>
                  </a:cubicBezTo>
                  <a:cubicBezTo>
                    <a:pt x="52" y="117"/>
                    <a:pt x="52" y="117"/>
                    <a:pt x="52" y="117"/>
                  </a:cubicBezTo>
                  <a:cubicBezTo>
                    <a:pt x="52" y="117"/>
                    <a:pt x="52" y="117"/>
                    <a:pt x="52" y="117"/>
                  </a:cubicBezTo>
                  <a:cubicBezTo>
                    <a:pt x="104" y="117"/>
                    <a:pt x="104" y="117"/>
                    <a:pt x="104" y="117"/>
                  </a:cubicBezTo>
                  <a:cubicBezTo>
                    <a:pt x="103" y="108"/>
                    <a:pt x="105" y="102"/>
                    <a:pt x="92" y="9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214"/>
            <p:cNvSpPr/>
            <p:nvPr/>
          </p:nvSpPr>
          <p:spPr bwMode="auto">
            <a:xfrm>
              <a:off x="10400531" y="4171952"/>
              <a:ext cx="144335" cy="178975"/>
            </a:xfrm>
            <a:custGeom>
              <a:avLst/>
              <a:gdLst>
                <a:gd name="T0" fmla="*/ 83 w 95"/>
                <a:gd name="T1" fmla="*/ 96 h 118"/>
                <a:gd name="T2" fmla="*/ 62 w 95"/>
                <a:gd name="T3" fmla="*/ 88 h 118"/>
                <a:gd name="T4" fmla="*/ 59 w 95"/>
                <a:gd name="T5" fmla="*/ 68 h 118"/>
                <a:gd name="T6" fmla="*/ 69 w 95"/>
                <a:gd name="T7" fmla="*/ 30 h 118"/>
                <a:gd name="T8" fmla="*/ 45 w 95"/>
                <a:gd name="T9" fmla="*/ 0 h 118"/>
                <a:gd name="T10" fmla="*/ 43 w 95"/>
                <a:gd name="T11" fmla="*/ 0 h 118"/>
                <a:gd name="T12" fmla="*/ 43 w 95"/>
                <a:gd name="T13" fmla="*/ 0 h 118"/>
                <a:gd name="T14" fmla="*/ 41 w 95"/>
                <a:gd name="T15" fmla="*/ 0 h 118"/>
                <a:gd name="T16" fmla="*/ 17 w 95"/>
                <a:gd name="T17" fmla="*/ 30 h 118"/>
                <a:gd name="T18" fmla="*/ 27 w 95"/>
                <a:gd name="T19" fmla="*/ 68 h 118"/>
                <a:gd name="T20" fmla="*/ 24 w 95"/>
                <a:gd name="T21" fmla="*/ 88 h 118"/>
                <a:gd name="T22" fmla="*/ 3 w 95"/>
                <a:gd name="T23" fmla="*/ 96 h 118"/>
                <a:gd name="T24" fmla="*/ 0 w 95"/>
                <a:gd name="T25" fmla="*/ 97 h 118"/>
                <a:gd name="T26" fmla="*/ 0 w 95"/>
                <a:gd name="T27" fmla="*/ 98 h 118"/>
                <a:gd name="T28" fmla="*/ 20 w 95"/>
                <a:gd name="T29" fmla="*/ 105 h 118"/>
                <a:gd name="T30" fmla="*/ 21 w 95"/>
                <a:gd name="T31" fmla="*/ 106 h 118"/>
                <a:gd name="T32" fmla="*/ 21 w 95"/>
                <a:gd name="T33" fmla="*/ 106 h 118"/>
                <a:gd name="T34" fmla="*/ 34 w 95"/>
                <a:gd name="T35" fmla="*/ 118 h 118"/>
                <a:gd name="T36" fmla="*/ 43 w 95"/>
                <a:gd name="T37" fmla="*/ 118 h 118"/>
                <a:gd name="T38" fmla="*/ 43 w 95"/>
                <a:gd name="T39" fmla="*/ 118 h 118"/>
                <a:gd name="T40" fmla="*/ 95 w 95"/>
                <a:gd name="T41" fmla="*/ 118 h 118"/>
                <a:gd name="T42" fmla="*/ 83 w 95"/>
                <a:gd name="T43" fmla="*/ 9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5" h="118">
                  <a:moveTo>
                    <a:pt x="83" y="96"/>
                  </a:moveTo>
                  <a:cubicBezTo>
                    <a:pt x="83" y="96"/>
                    <a:pt x="62" y="88"/>
                    <a:pt x="62" y="88"/>
                  </a:cubicBezTo>
                  <a:cubicBezTo>
                    <a:pt x="59" y="87"/>
                    <a:pt x="53" y="74"/>
                    <a:pt x="59" y="68"/>
                  </a:cubicBezTo>
                  <a:cubicBezTo>
                    <a:pt x="68" y="56"/>
                    <a:pt x="69" y="30"/>
                    <a:pt x="69" y="30"/>
                  </a:cubicBezTo>
                  <a:cubicBezTo>
                    <a:pt x="69" y="13"/>
                    <a:pt x="61" y="1"/>
                    <a:pt x="45" y="0"/>
                  </a:cubicBezTo>
                  <a:cubicBezTo>
                    <a:pt x="44" y="0"/>
                    <a:pt x="44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2" y="0"/>
                    <a:pt x="41" y="0"/>
                    <a:pt x="41" y="0"/>
                  </a:cubicBezTo>
                  <a:cubicBezTo>
                    <a:pt x="25" y="1"/>
                    <a:pt x="17" y="13"/>
                    <a:pt x="17" y="30"/>
                  </a:cubicBezTo>
                  <a:cubicBezTo>
                    <a:pt x="17" y="30"/>
                    <a:pt x="18" y="56"/>
                    <a:pt x="27" y="68"/>
                  </a:cubicBezTo>
                  <a:cubicBezTo>
                    <a:pt x="33" y="74"/>
                    <a:pt x="27" y="87"/>
                    <a:pt x="24" y="88"/>
                  </a:cubicBezTo>
                  <a:cubicBezTo>
                    <a:pt x="23" y="88"/>
                    <a:pt x="3" y="96"/>
                    <a:pt x="3" y="96"/>
                  </a:cubicBezTo>
                  <a:cubicBezTo>
                    <a:pt x="2" y="96"/>
                    <a:pt x="1" y="97"/>
                    <a:pt x="0" y="97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4" y="99"/>
                    <a:pt x="20" y="105"/>
                    <a:pt x="20" y="105"/>
                  </a:cubicBezTo>
                  <a:cubicBezTo>
                    <a:pt x="21" y="106"/>
                    <a:pt x="21" y="106"/>
                    <a:pt x="21" y="106"/>
                  </a:cubicBezTo>
                  <a:cubicBezTo>
                    <a:pt x="21" y="106"/>
                    <a:pt x="21" y="106"/>
                    <a:pt x="21" y="106"/>
                  </a:cubicBezTo>
                  <a:cubicBezTo>
                    <a:pt x="28" y="110"/>
                    <a:pt x="32" y="114"/>
                    <a:pt x="34" y="118"/>
                  </a:cubicBezTo>
                  <a:cubicBezTo>
                    <a:pt x="43" y="118"/>
                    <a:pt x="43" y="118"/>
                    <a:pt x="43" y="118"/>
                  </a:cubicBezTo>
                  <a:cubicBezTo>
                    <a:pt x="43" y="118"/>
                    <a:pt x="43" y="118"/>
                    <a:pt x="43" y="118"/>
                  </a:cubicBezTo>
                  <a:cubicBezTo>
                    <a:pt x="95" y="118"/>
                    <a:pt x="95" y="118"/>
                    <a:pt x="95" y="118"/>
                  </a:cubicBezTo>
                  <a:cubicBezTo>
                    <a:pt x="94" y="108"/>
                    <a:pt x="95" y="103"/>
                    <a:pt x="83" y="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215"/>
            <p:cNvSpPr/>
            <p:nvPr/>
          </p:nvSpPr>
          <p:spPr bwMode="auto">
            <a:xfrm>
              <a:off x="10189481" y="4171952"/>
              <a:ext cx="145618" cy="178975"/>
            </a:xfrm>
            <a:custGeom>
              <a:avLst/>
              <a:gdLst>
                <a:gd name="T0" fmla="*/ 74 w 96"/>
                <a:gd name="T1" fmla="*/ 106 h 118"/>
                <a:gd name="T2" fmla="*/ 75 w 96"/>
                <a:gd name="T3" fmla="*/ 106 h 118"/>
                <a:gd name="T4" fmla="*/ 75 w 96"/>
                <a:gd name="T5" fmla="*/ 105 h 118"/>
                <a:gd name="T6" fmla="*/ 95 w 96"/>
                <a:gd name="T7" fmla="*/ 98 h 118"/>
                <a:gd name="T8" fmla="*/ 96 w 96"/>
                <a:gd name="T9" fmla="*/ 97 h 118"/>
                <a:gd name="T10" fmla="*/ 93 w 96"/>
                <a:gd name="T11" fmla="*/ 96 h 118"/>
                <a:gd name="T12" fmla="*/ 72 w 96"/>
                <a:gd name="T13" fmla="*/ 88 h 118"/>
                <a:gd name="T14" fmla="*/ 69 w 96"/>
                <a:gd name="T15" fmla="*/ 68 h 118"/>
                <a:gd name="T16" fmla="*/ 79 w 96"/>
                <a:gd name="T17" fmla="*/ 30 h 118"/>
                <a:gd name="T18" fmla="*/ 55 w 96"/>
                <a:gd name="T19" fmla="*/ 0 h 118"/>
                <a:gd name="T20" fmla="*/ 53 w 96"/>
                <a:gd name="T21" fmla="*/ 0 h 118"/>
                <a:gd name="T22" fmla="*/ 51 w 96"/>
                <a:gd name="T23" fmla="*/ 0 h 118"/>
                <a:gd name="T24" fmla="*/ 26 w 96"/>
                <a:gd name="T25" fmla="*/ 30 h 118"/>
                <a:gd name="T26" fmla="*/ 36 w 96"/>
                <a:gd name="T27" fmla="*/ 68 h 118"/>
                <a:gd name="T28" fmla="*/ 33 w 96"/>
                <a:gd name="T29" fmla="*/ 88 h 118"/>
                <a:gd name="T30" fmla="*/ 13 w 96"/>
                <a:gd name="T31" fmla="*/ 96 h 118"/>
                <a:gd name="T32" fmla="*/ 1 w 96"/>
                <a:gd name="T33" fmla="*/ 118 h 118"/>
                <a:gd name="T34" fmla="*/ 53 w 96"/>
                <a:gd name="T35" fmla="*/ 118 h 118"/>
                <a:gd name="T36" fmla="*/ 62 w 96"/>
                <a:gd name="T37" fmla="*/ 118 h 118"/>
                <a:gd name="T38" fmla="*/ 74 w 96"/>
                <a:gd name="T39" fmla="*/ 10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6" h="118">
                  <a:moveTo>
                    <a:pt x="74" y="106"/>
                  </a:moveTo>
                  <a:cubicBezTo>
                    <a:pt x="75" y="106"/>
                    <a:pt x="75" y="106"/>
                    <a:pt x="75" y="106"/>
                  </a:cubicBezTo>
                  <a:cubicBezTo>
                    <a:pt x="75" y="105"/>
                    <a:pt x="75" y="105"/>
                    <a:pt x="75" y="105"/>
                  </a:cubicBezTo>
                  <a:cubicBezTo>
                    <a:pt x="75" y="105"/>
                    <a:pt x="92" y="99"/>
                    <a:pt x="95" y="98"/>
                  </a:cubicBezTo>
                  <a:cubicBezTo>
                    <a:pt x="95" y="98"/>
                    <a:pt x="95" y="98"/>
                    <a:pt x="96" y="97"/>
                  </a:cubicBezTo>
                  <a:cubicBezTo>
                    <a:pt x="95" y="97"/>
                    <a:pt x="94" y="96"/>
                    <a:pt x="93" y="96"/>
                  </a:cubicBezTo>
                  <a:cubicBezTo>
                    <a:pt x="93" y="96"/>
                    <a:pt x="72" y="88"/>
                    <a:pt x="72" y="88"/>
                  </a:cubicBezTo>
                  <a:cubicBezTo>
                    <a:pt x="68" y="87"/>
                    <a:pt x="63" y="74"/>
                    <a:pt x="69" y="68"/>
                  </a:cubicBezTo>
                  <a:cubicBezTo>
                    <a:pt x="78" y="56"/>
                    <a:pt x="79" y="30"/>
                    <a:pt x="79" y="30"/>
                  </a:cubicBezTo>
                  <a:cubicBezTo>
                    <a:pt x="79" y="13"/>
                    <a:pt x="71" y="1"/>
                    <a:pt x="55" y="0"/>
                  </a:cubicBezTo>
                  <a:cubicBezTo>
                    <a:pt x="54" y="0"/>
                    <a:pt x="53" y="0"/>
                    <a:pt x="53" y="0"/>
                  </a:cubicBezTo>
                  <a:cubicBezTo>
                    <a:pt x="52" y="0"/>
                    <a:pt x="51" y="0"/>
                    <a:pt x="51" y="0"/>
                  </a:cubicBezTo>
                  <a:cubicBezTo>
                    <a:pt x="35" y="1"/>
                    <a:pt x="26" y="13"/>
                    <a:pt x="26" y="30"/>
                  </a:cubicBezTo>
                  <a:cubicBezTo>
                    <a:pt x="26" y="30"/>
                    <a:pt x="27" y="56"/>
                    <a:pt x="36" y="68"/>
                  </a:cubicBezTo>
                  <a:cubicBezTo>
                    <a:pt x="42" y="74"/>
                    <a:pt x="37" y="87"/>
                    <a:pt x="33" y="88"/>
                  </a:cubicBezTo>
                  <a:cubicBezTo>
                    <a:pt x="33" y="88"/>
                    <a:pt x="13" y="96"/>
                    <a:pt x="13" y="96"/>
                  </a:cubicBezTo>
                  <a:cubicBezTo>
                    <a:pt x="0" y="103"/>
                    <a:pt x="2" y="108"/>
                    <a:pt x="1" y="118"/>
                  </a:cubicBezTo>
                  <a:cubicBezTo>
                    <a:pt x="53" y="118"/>
                    <a:pt x="53" y="118"/>
                    <a:pt x="53" y="118"/>
                  </a:cubicBezTo>
                  <a:cubicBezTo>
                    <a:pt x="62" y="118"/>
                    <a:pt x="62" y="118"/>
                    <a:pt x="62" y="118"/>
                  </a:cubicBezTo>
                  <a:cubicBezTo>
                    <a:pt x="64" y="114"/>
                    <a:pt x="67" y="110"/>
                    <a:pt x="74" y="10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216"/>
            <p:cNvSpPr>
              <a:spLocks noEditPoints="1"/>
            </p:cNvSpPr>
            <p:nvPr/>
          </p:nvSpPr>
          <p:spPr bwMode="auto">
            <a:xfrm>
              <a:off x="8611418" y="2314201"/>
              <a:ext cx="327801" cy="292519"/>
            </a:xfrm>
            <a:custGeom>
              <a:avLst/>
              <a:gdLst>
                <a:gd name="T0" fmla="*/ 216 w 216"/>
                <a:gd name="T1" fmla="*/ 86 h 193"/>
                <a:gd name="T2" fmla="*/ 108 w 216"/>
                <a:gd name="T3" fmla="*/ 0 h 193"/>
                <a:gd name="T4" fmla="*/ 0 w 216"/>
                <a:gd name="T5" fmla="*/ 86 h 193"/>
                <a:gd name="T6" fmla="*/ 108 w 216"/>
                <a:gd name="T7" fmla="*/ 171 h 193"/>
                <a:gd name="T8" fmla="*/ 145 w 216"/>
                <a:gd name="T9" fmla="*/ 166 h 193"/>
                <a:gd name="T10" fmla="*/ 176 w 216"/>
                <a:gd name="T11" fmla="*/ 192 h 193"/>
                <a:gd name="T12" fmla="*/ 179 w 216"/>
                <a:gd name="T13" fmla="*/ 193 h 193"/>
                <a:gd name="T14" fmla="*/ 180 w 216"/>
                <a:gd name="T15" fmla="*/ 192 h 193"/>
                <a:gd name="T16" fmla="*/ 178 w 216"/>
                <a:gd name="T17" fmla="*/ 151 h 193"/>
                <a:gd name="T18" fmla="*/ 216 w 216"/>
                <a:gd name="T19" fmla="*/ 86 h 193"/>
                <a:gd name="T20" fmla="*/ 150 w 216"/>
                <a:gd name="T21" fmla="*/ 123 h 193"/>
                <a:gd name="T22" fmla="*/ 67 w 216"/>
                <a:gd name="T23" fmla="*/ 123 h 193"/>
                <a:gd name="T24" fmla="*/ 59 w 216"/>
                <a:gd name="T25" fmla="*/ 115 h 193"/>
                <a:gd name="T26" fmla="*/ 67 w 216"/>
                <a:gd name="T27" fmla="*/ 107 h 193"/>
                <a:gd name="T28" fmla="*/ 150 w 216"/>
                <a:gd name="T29" fmla="*/ 107 h 193"/>
                <a:gd name="T30" fmla="*/ 158 w 216"/>
                <a:gd name="T31" fmla="*/ 115 h 193"/>
                <a:gd name="T32" fmla="*/ 150 w 216"/>
                <a:gd name="T33" fmla="*/ 123 h 193"/>
                <a:gd name="T34" fmla="*/ 150 w 216"/>
                <a:gd name="T35" fmla="*/ 90 h 193"/>
                <a:gd name="T36" fmla="*/ 67 w 216"/>
                <a:gd name="T37" fmla="*/ 90 h 193"/>
                <a:gd name="T38" fmla="*/ 59 w 216"/>
                <a:gd name="T39" fmla="*/ 83 h 193"/>
                <a:gd name="T40" fmla="*/ 67 w 216"/>
                <a:gd name="T41" fmla="*/ 75 h 193"/>
                <a:gd name="T42" fmla="*/ 150 w 216"/>
                <a:gd name="T43" fmla="*/ 75 h 193"/>
                <a:gd name="T44" fmla="*/ 158 w 216"/>
                <a:gd name="T45" fmla="*/ 83 h 193"/>
                <a:gd name="T46" fmla="*/ 150 w 216"/>
                <a:gd name="T47" fmla="*/ 90 h 193"/>
                <a:gd name="T48" fmla="*/ 150 w 216"/>
                <a:gd name="T49" fmla="*/ 58 h 193"/>
                <a:gd name="T50" fmla="*/ 67 w 216"/>
                <a:gd name="T51" fmla="*/ 58 h 193"/>
                <a:gd name="T52" fmla="*/ 59 w 216"/>
                <a:gd name="T53" fmla="*/ 51 h 193"/>
                <a:gd name="T54" fmla="*/ 67 w 216"/>
                <a:gd name="T55" fmla="*/ 43 h 193"/>
                <a:gd name="T56" fmla="*/ 150 w 216"/>
                <a:gd name="T57" fmla="*/ 43 h 193"/>
                <a:gd name="T58" fmla="*/ 158 w 216"/>
                <a:gd name="T59" fmla="*/ 51 h 193"/>
                <a:gd name="T60" fmla="*/ 150 w 216"/>
                <a:gd name="T61" fmla="*/ 58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6" h="193">
                  <a:moveTo>
                    <a:pt x="216" y="86"/>
                  </a:moveTo>
                  <a:cubicBezTo>
                    <a:pt x="216" y="39"/>
                    <a:pt x="167" y="0"/>
                    <a:pt x="108" y="0"/>
                  </a:cubicBezTo>
                  <a:cubicBezTo>
                    <a:pt x="49" y="0"/>
                    <a:pt x="0" y="39"/>
                    <a:pt x="0" y="86"/>
                  </a:cubicBezTo>
                  <a:cubicBezTo>
                    <a:pt x="0" y="133"/>
                    <a:pt x="49" y="171"/>
                    <a:pt x="108" y="171"/>
                  </a:cubicBezTo>
                  <a:cubicBezTo>
                    <a:pt x="121" y="171"/>
                    <a:pt x="133" y="170"/>
                    <a:pt x="145" y="166"/>
                  </a:cubicBezTo>
                  <a:cubicBezTo>
                    <a:pt x="176" y="192"/>
                    <a:pt x="176" y="192"/>
                    <a:pt x="176" y="192"/>
                  </a:cubicBezTo>
                  <a:cubicBezTo>
                    <a:pt x="177" y="193"/>
                    <a:pt x="178" y="193"/>
                    <a:pt x="179" y="193"/>
                  </a:cubicBezTo>
                  <a:cubicBezTo>
                    <a:pt x="180" y="193"/>
                    <a:pt x="180" y="193"/>
                    <a:pt x="180" y="192"/>
                  </a:cubicBezTo>
                  <a:cubicBezTo>
                    <a:pt x="178" y="151"/>
                    <a:pt x="178" y="151"/>
                    <a:pt x="178" y="151"/>
                  </a:cubicBezTo>
                  <a:cubicBezTo>
                    <a:pt x="201" y="135"/>
                    <a:pt x="216" y="112"/>
                    <a:pt x="216" y="86"/>
                  </a:cubicBezTo>
                  <a:close/>
                  <a:moveTo>
                    <a:pt x="150" y="123"/>
                  </a:moveTo>
                  <a:cubicBezTo>
                    <a:pt x="67" y="123"/>
                    <a:pt x="67" y="123"/>
                    <a:pt x="67" y="123"/>
                  </a:cubicBezTo>
                  <a:cubicBezTo>
                    <a:pt x="63" y="123"/>
                    <a:pt x="59" y="119"/>
                    <a:pt x="59" y="115"/>
                  </a:cubicBezTo>
                  <a:cubicBezTo>
                    <a:pt x="59" y="111"/>
                    <a:pt x="63" y="107"/>
                    <a:pt x="67" y="107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55" y="107"/>
                    <a:pt x="158" y="111"/>
                    <a:pt x="158" y="115"/>
                  </a:cubicBezTo>
                  <a:cubicBezTo>
                    <a:pt x="158" y="119"/>
                    <a:pt x="155" y="123"/>
                    <a:pt x="150" y="123"/>
                  </a:cubicBezTo>
                  <a:close/>
                  <a:moveTo>
                    <a:pt x="150" y="90"/>
                  </a:moveTo>
                  <a:cubicBezTo>
                    <a:pt x="67" y="90"/>
                    <a:pt x="67" y="90"/>
                    <a:pt x="67" y="90"/>
                  </a:cubicBezTo>
                  <a:cubicBezTo>
                    <a:pt x="63" y="90"/>
                    <a:pt x="59" y="87"/>
                    <a:pt x="59" y="83"/>
                  </a:cubicBezTo>
                  <a:cubicBezTo>
                    <a:pt x="59" y="78"/>
                    <a:pt x="63" y="75"/>
                    <a:pt x="67" y="75"/>
                  </a:cubicBezTo>
                  <a:cubicBezTo>
                    <a:pt x="150" y="75"/>
                    <a:pt x="150" y="75"/>
                    <a:pt x="150" y="75"/>
                  </a:cubicBezTo>
                  <a:cubicBezTo>
                    <a:pt x="155" y="75"/>
                    <a:pt x="158" y="78"/>
                    <a:pt x="158" y="83"/>
                  </a:cubicBezTo>
                  <a:cubicBezTo>
                    <a:pt x="158" y="87"/>
                    <a:pt x="155" y="90"/>
                    <a:pt x="150" y="90"/>
                  </a:cubicBezTo>
                  <a:close/>
                  <a:moveTo>
                    <a:pt x="150" y="58"/>
                  </a:moveTo>
                  <a:cubicBezTo>
                    <a:pt x="67" y="58"/>
                    <a:pt x="67" y="58"/>
                    <a:pt x="67" y="58"/>
                  </a:cubicBezTo>
                  <a:cubicBezTo>
                    <a:pt x="63" y="58"/>
                    <a:pt x="59" y="55"/>
                    <a:pt x="59" y="51"/>
                  </a:cubicBezTo>
                  <a:cubicBezTo>
                    <a:pt x="59" y="46"/>
                    <a:pt x="63" y="43"/>
                    <a:pt x="67" y="43"/>
                  </a:cubicBezTo>
                  <a:cubicBezTo>
                    <a:pt x="150" y="43"/>
                    <a:pt x="150" y="43"/>
                    <a:pt x="150" y="43"/>
                  </a:cubicBezTo>
                  <a:cubicBezTo>
                    <a:pt x="155" y="43"/>
                    <a:pt x="158" y="46"/>
                    <a:pt x="158" y="51"/>
                  </a:cubicBezTo>
                  <a:cubicBezTo>
                    <a:pt x="158" y="55"/>
                    <a:pt x="155" y="58"/>
                    <a:pt x="150" y="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17"/>
            <p:cNvSpPr/>
            <p:nvPr/>
          </p:nvSpPr>
          <p:spPr bwMode="auto">
            <a:xfrm>
              <a:off x="9799456" y="5209240"/>
              <a:ext cx="271350" cy="303424"/>
            </a:xfrm>
            <a:custGeom>
              <a:avLst/>
              <a:gdLst>
                <a:gd name="T0" fmla="*/ 111 w 179"/>
                <a:gd name="T1" fmla="*/ 6 h 200"/>
                <a:gd name="T2" fmla="*/ 111 w 179"/>
                <a:gd name="T3" fmla="*/ 6 h 200"/>
                <a:gd name="T4" fmla="*/ 105 w 179"/>
                <a:gd name="T5" fmla="*/ 0 h 200"/>
                <a:gd name="T6" fmla="*/ 99 w 179"/>
                <a:gd name="T7" fmla="*/ 6 h 200"/>
                <a:gd name="T8" fmla="*/ 99 w 179"/>
                <a:gd name="T9" fmla="*/ 134 h 200"/>
                <a:gd name="T10" fmla="*/ 56 w 179"/>
                <a:gd name="T11" fmla="*/ 118 h 200"/>
                <a:gd name="T12" fmla="*/ 0 w 179"/>
                <a:gd name="T13" fmla="*/ 159 h 200"/>
                <a:gd name="T14" fmla="*/ 56 w 179"/>
                <a:gd name="T15" fmla="*/ 200 h 200"/>
                <a:gd name="T16" fmla="*/ 111 w 179"/>
                <a:gd name="T17" fmla="*/ 160 h 200"/>
                <a:gd name="T18" fmla="*/ 111 w 179"/>
                <a:gd name="T19" fmla="*/ 160 h 200"/>
                <a:gd name="T20" fmla="*/ 111 w 179"/>
                <a:gd name="T21" fmla="*/ 79 h 200"/>
                <a:gd name="T22" fmla="*/ 162 w 179"/>
                <a:gd name="T23" fmla="*/ 145 h 200"/>
                <a:gd name="T24" fmla="*/ 168 w 179"/>
                <a:gd name="T25" fmla="*/ 151 h 200"/>
                <a:gd name="T26" fmla="*/ 174 w 179"/>
                <a:gd name="T27" fmla="*/ 145 h 200"/>
                <a:gd name="T28" fmla="*/ 174 w 179"/>
                <a:gd name="T29" fmla="*/ 97 h 200"/>
                <a:gd name="T30" fmla="*/ 111 w 179"/>
                <a:gd name="T31" fmla="*/ 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9" h="200">
                  <a:moveTo>
                    <a:pt x="111" y="6"/>
                  </a:moveTo>
                  <a:cubicBezTo>
                    <a:pt x="111" y="6"/>
                    <a:pt x="111" y="6"/>
                    <a:pt x="111" y="6"/>
                  </a:cubicBezTo>
                  <a:cubicBezTo>
                    <a:pt x="111" y="3"/>
                    <a:pt x="109" y="0"/>
                    <a:pt x="105" y="0"/>
                  </a:cubicBezTo>
                  <a:cubicBezTo>
                    <a:pt x="102" y="0"/>
                    <a:pt x="99" y="3"/>
                    <a:pt x="99" y="6"/>
                  </a:cubicBezTo>
                  <a:cubicBezTo>
                    <a:pt x="99" y="134"/>
                    <a:pt x="99" y="134"/>
                    <a:pt x="99" y="134"/>
                  </a:cubicBezTo>
                  <a:cubicBezTo>
                    <a:pt x="89" y="124"/>
                    <a:pt x="73" y="118"/>
                    <a:pt x="56" y="118"/>
                  </a:cubicBezTo>
                  <a:cubicBezTo>
                    <a:pt x="25" y="118"/>
                    <a:pt x="0" y="137"/>
                    <a:pt x="0" y="159"/>
                  </a:cubicBezTo>
                  <a:cubicBezTo>
                    <a:pt x="0" y="182"/>
                    <a:pt x="25" y="200"/>
                    <a:pt x="56" y="200"/>
                  </a:cubicBezTo>
                  <a:cubicBezTo>
                    <a:pt x="86" y="200"/>
                    <a:pt x="111" y="182"/>
                    <a:pt x="111" y="160"/>
                  </a:cubicBezTo>
                  <a:cubicBezTo>
                    <a:pt x="111" y="160"/>
                    <a:pt x="111" y="160"/>
                    <a:pt x="111" y="160"/>
                  </a:cubicBezTo>
                  <a:cubicBezTo>
                    <a:pt x="111" y="79"/>
                    <a:pt x="111" y="79"/>
                    <a:pt x="111" y="79"/>
                  </a:cubicBezTo>
                  <a:cubicBezTo>
                    <a:pt x="124" y="79"/>
                    <a:pt x="162" y="68"/>
                    <a:pt x="162" y="145"/>
                  </a:cubicBezTo>
                  <a:cubicBezTo>
                    <a:pt x="162" y="148"/>
                    <a:pt x="165" y="151"/>
                    <a:pt x="168" y="151"/>
                  </a:cubicBezTo>
                  <a:cubicBezTo>
                    <a:pt x="171" y="151"/>
                    <a:pt x="174" y="148"/>
                    <a:pt x="174" y="145"/>
                  </a:cubicBezTo>
                  <a:cubicBezTo>
                    <a:pt x="174" y="97"/>
                    <a:pt x="174" y="97"/>
                    <a:pt x="174" y="97"/>
                  </a:cubicBezTo>
                  <a:cubicBezTo>
                    <a:pt x="179" y="1"/>
                    <a:pt x="116" y="45"/>
                    <a:pt x="1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18"/>
            <p:cNvSpPr/>
            <p:nvPr/>
          </p:nvSpPr>
          <p:spPr bwMode="auto">
            <a:xfrm>
              <a:off x="9711572" y="5308029"/>
              <a:ext cx="141128" cy="141128"/>
            </a:xfrm>
            <a:custGeom>
              <a:avLst/>
              <a:gdLst>
                <a:gd name="T0" fmla="*/ 0 w 93"/>
                <a:gd name="T1" fmla="*/ 86 h 93"/>
                <a:gd name="T2" fmla="*/ 8 w 93"/>
                <a:gd name="T3" fmla="*/ 93 h 93"/>
                <a:gd name="T4" fmla="*/ 15 w 93"/>
                <a:gd name="T5" fmla="*/ 86 h 93"/>
                <a:gd name="T6" fmla="*/ 85 w 93"/>
                <a:gd name="T7" fmla="*/ 15 h 93"/>
                <a:gd name="T8" fmla="*/ 93 w 93"/>
                <a:gd name="T9" fmla="*/ 8 h 93"/>
                <a:gd name="T10" fmla="*/ 85 w 93"/>
                <a:gd name="T11" fmla="*/ 0 h 93"/>
                <a:gd name="T12" fmla="*/ 0 w 93"/>
                <a:gd name="T13" fmla="*/ 8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93">
                  <a:moveTo>
                    <a:pt x="0" y="86"/>
                  </a:moveTo>
                  <a:cubicBezTo>
                    <a:pt x="0" y="90"/>
                    <a:pt x="3" y="93"/>
                    <a:pt x="8" y="93"/>
                  </a:cubicBezTo>
                  <a:cubicBezTo>
                    <a:pt x="12" y="93"/>
                    <a:pt x="15" y="90"/>
                    <a:pt x="15" y="86"/>
                  </a:cubicBezTo>
                  <a:cubicBezTo>
                    <a:pt x="15" y="47"/>
                    <a:pt x="47" y="15"/>
                    <a:pt x="85" y="15"/>
                  </a:cubicBezTo>
                  <a:cubicBezTo>
                    <a:pt x="89" y="15"/>
                    <a:pt x="93" y="12"/>
                    <a:pt x="93" y="8"/>
                  </a:cubicBezTo>
                  <a:cubicBezTo>
                    <a:pt x="93" y="3"/>
                    <a:pt x="89" y="0"/>
                    <a:pt x="85" y="0"/>
                  </a:cubicBezTo>
                  <a:cubicBezTo>
                    <a:pt x="38" y="0"/>
                    <a:pt x="0" y="38"/>
                    <a:pt x="0" y="8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19"/>
            <p:cNvSpPr/>
            <p:nvPr/>
          </p:nvSpPr>
          <p:spPr bwMode="auto">
            <a:xfrm>
              <a:off x="9755193" y="5353575"/>
              <a:ext cx="97506" cy="95582"/>
            </a:xfrm>
            <a:custGeom>
              <a:avLst/>
              <a:gdLst>
                <a:gd name="T0" fmla="*/ 56 w 64"/>
                <a:gd name="T1" fmla="*/ 15 h 63"/>
                <a:gd name="T2" fmla="*/ 64 w 64"/>
                <a:gd name="T3" fmla="*/ 7 h 63"/>
                <a:gd name="T4" fmla="*/ 56 w 64"/>
                <a:gd name="T5" fmla="*/ 0 h 63"/>
                <a:gd name="T6" fmla="*/ 0 w 64"/>
                <a:gd name="T7" fmla="*/ 56 h 63"/>
                <a:gd name="T8" fmla="*/ 7 w 64"/>
                <a:gd name="T9" fmla="*/ 63 h 63"/>
                <a:gd name="T10" fmla="*/ 15 w 64"/>
                <a:gd name="T11" fmla="*/ 56 h 63"/>
                <a:gd name="T12" fmla="*/ 56 w 64"/>
                <a:gd name="T1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63">
                  <a:moveTo>
                    <a:pt x="56" y="15"/>
                  </a:moveTo>
                  <a:cubicBezTo>
                    <a:pt x="60" y="15"/>
                    <a:pt x="64" y="12"/>
                    <a:pt x="64" y="7"/>
                  </a:cubicBezTo>
                  <a:cubicBezTo>
                    <a:pt x="64" y="3"/>
                    <a:pt x="60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60"/>
                    <a:pt x="3" y="63"/>
                    <a:pt x="7" y="63"/>
                  </a:cubicBezTo>
                  <a:cubicBezTo>
                    <a:pt x="11" y="63"/>
                    <a:pt x="15" y="60"/>
                    <a:pt x="15" y="56"/>
                  </a:cubicBezTo>
                  <a:cubicBezTo>
                    <a:pt x="15" y="33"/>
                    <a:pt x="33" y="15"/>
                    <a:pt x="56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220"/>
            <p:cNvSpPr>
              <a:spLocks noEditPoints="1"/>
            </p:cNvSpPr>
            <p:nvPr/>
          </p:nvSpPr>
          <p:spPr bwMode="auto">
            <a:xfrm>
              <a:off x="9941866" y="2484195"/>
              <a:ext cx="346404" cy="303424"/>
            </a:xfrm>
            <a:custGeom>
              <a:avLst/>
              <a:gdLst>
                <a:gd name="T0" fmla="*/ 228 w 228"/>
                <a:gd name="T1" fmla="*/ 72 h 200"/>
                <a:gd name="T2" fmla="*/ 213 w 228"/>
                <a:gd name="T3" fmla="*/ 57 h 200"/>
                <a:gd name="T4" fmla="*/ 175 w 228"/>
                <a:gd name="T5" fmla="*/ 57 h 200"/>
                <a:gd name="T6" fmla="*/ 115 w 228"/>
                <a:gd name="T7" fmla="*/ 0 h 200"/>
                <a:gd name="T8" fmla="*/ 54 w 228"/>
                <a:gd name="T9" fmla="*/ 57 h 200"/>
                <a:gd name="T10" fmla="*/ 15 w 228"/>
                <a:gd name="T11" fmla="*/ 57 h 200"/>
                <a:gd name="T12" fmla="*/ 0 w 228"/>
                <a:gd name="T13" fmla="*/ 72 h 200"/>
                <a:gd name="T14" fmla="*/ 13 w 228"/>
                <a:gd name="T15" fmla="*/ 184 h 200"/>
                <a:gd name="T16" fmla="*/ 13 w 228"/>
                <a:gd name="T17" fmla="*/ 185 h 200"/>
                <a:gd name="T18" fmla="*/ 30 w 228"/>
                <a:gd name="T19" fmla="*/ 200 h 200"/>
                <a:gd name="T20" fmla="*/ 196 w 228"/>
                <a:gd name="T21" fmla="*/ 200 h 200"/>
                <a:gd name="T22" fmla="*/ 213 w 228"/>
                <a:gd name="T23" fmla="*/ 185 h 200"/>
                <a:gd name="T24" fmla="*/ 213 w 228"/>
                <a:gd name="T25" fmla="*/ 184 h 200"/>
                <a:gd name="T26" fmla="*/ 228 w 228"/>
                <a:gd name="T27" fmla="*/ 72 h 200"/>
                <a:gd name="T28" fmla="*/ 110 w 228"/>
                <a:gd name="T29" fmla="*/ 168 h 200"/>
                <a:gd name="T30" fmla="*/ 74 w 228"/>
                <a:gd name="T31" fmla="*/ 168 h 200"/>
                <a:gd name="T32" fmla="*/ 74 w 228"/>
                <a:gd name="T33" fmla="*/ 132 h 200"/>
                <a:gd name="T34" fmla="*/ 110 w 228"/>
                <a:gd name="T35" fmla="*/ 132 h 200"/>
                <a:gd name="T36" fmla="*/ 110 w 228"/>
                <a:gd name="T37" fmla="*/ 168 h 200"/>
                <a:gd name="T38" fmla="*/ 110 w 228"/>
                <a:gd name="T39" fmla="*/ 123 h 200"/>
                <a:gd name="T40" fmla="*/ 74 w 228"/>
                <a:gd name="T41" fmla="*/ 123 h 200"/>
                <a:gd name="T42" fmla="*/ 74 w 228"/>
                <a:gd name="T43" fmla="*/ 87 h 200"/>
                <a:gd name="T44" fmla="*/ 110 w 228"/>
                <a:gd name="T45" fmla="*/ 87 h 200"/>
                <a:gd name="T46" fmla="*/ 110 w 228"/>
                <a:gd name="T47" fmla="*/ 123 h 200"/>
                <a:gd name="T48" fmla="*/ 156 w 228"/>
                <a:gd name="T49" fmla="*/ 168 h 200"/>
                <a:gd name="T50" fmla="*/ 120 w 228"/>
                <a:gd name="T51" fmla="*/ 168 h 200"/>
                <a:gd name="T52" fmla="*/ 120 w 228"/>
                <a:gd name="T53" fmla="*/ 132 h 200"/>
                <a:gd name="T54" fmla="*/ 156 w 228"/>
                <a:gd name="T55" fmla="*/ 132 h 200"/>
                <a:gd name="T56" fmla="*/ 156 w 228"/>
                <a:gd name="T57" fmla="*/ 168 h 200"/>
                <a:gd name="T58" fmla="*/ 156 w 228"/>
                <a:gd name="T59" fmla="*/ 123 h 200"/>
                <a:gd name="T60" fmla="*/ 120 w 228"/>
                <a:gd name="T61" fmla="*/ 123 h 200"/>
                <a:gd name="T62" fmla="*/ 120 w 228"/>
                <a:gd name="T63" fmla="*/ 87 h 200"/>
                <a:gd name="T64" fmla="*/ 156 w 228"/>
                <a:gd name="T65" fmla="*/ 87 h 200"/>
                <a:gd name="T66" fmla="*/ 156 w 228"/>
                <a:gd name="T67" fmla="*/ 123 h 200"/>
                <a:gd name="T68" fmla="*/ 66 w 228"/>
                <a:gd name="T69" fmla="*/ 57 h 200"/>
                <a:gd name="T70" fmla="*/ 115 w 228"/>
                <a:gd name="T71" fmla="*/ 11 h 200"/>
                <a:gd name="T72" fmla="*/ 163 w 228"/>
                <a:gd name="T73" fmla="*/ 57 h 200"/>
                <a:gd name="T74" fmla="*/ 66 w 228"/>
                <a:gd name="T75" fmla="*/ 57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28" h="200">
                  <a:moveTo>
                    <a:pt x="228" y="72"/>
                  </a:moveTo>
                  <a:cubicBezTo>
                    <a:pt x="228" y="64"/>
                    <a:pt x="221" y="57"/>
                    <a:pt x="213" y="57"/>
                  </a:cubicBezTo>
                  <a:cubicBezTo>
                    <a:pt x="175" y="57"/>
                    <a:pt x="175" y="57"/>
                    <a:pt x="175" y="57"/>
                  </a:cubicBezTo>
                  <a:cubicBezTo>
                    <a:pt x="174" y="25"/>
                    <a:pt x="147" y="0"/>
                    <a:pt x="115" y="0"/>
                  </a:cubicBezTo>
                  <a:cubicBezTo>
                    <a:pt x="82" y="0"/>
                    <a:pt x="56" y="25"/>
                    <a:pt x="54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7" y="57"/>
                    <a:pt x="0" y="64"/>
                    <a:pt x="0" y="72"/>
                  </a:cubicBezTo>
                  <a:cubicBezTo>
                    <a:pt x="13" y="184"/>
                    <a:pt x="13" y="184"/>
                    <a:pt x="13" y="184"/>
                  </a:cubicBezTo>
                  <a:cubicBezTo>
                    <a:pt x="13" y="185"/>
                    <a:pt x="13" y="185"/>
                    <a:pt x="13" y="185"/>
                  </a:cubicBezTo>
                  <a:cubicBezTo>
                    <a:pt x="13" y="193"/>
                    <a:pt x="21" y="200"/>
                    <a:pt x="30" y="200"/>
                  </a:cubicBezTo>
                  <a:cubicBezTo>
                    <a:pt x="196" y="200"/>
                    <a:pt x="196" y="200"/>
                    <a:pt x="196" y="200"/>
                  </a:cubicBezTo>
                  <a:cubicBezTo>
                    <a:pt x="205" y="200"/>
                    <a:pt x="213" y="193"/>
                    <a:pt x="213" y="185"/>
                  </a:cubicBezTo>
                  <a:cubicBezTo>
                    <a:pt x="213" y="184"/>
                    <a:pt x="213" y="184"/>
                    <a:pt x="213" y="184"/>
                  </a:cubicBezTo>
                  <a:lnTo>
                    <a:pt x="228" y="72"/>
                  </a:lnTo>
                  <a:close/>
                  <a:moveTo>
                    <a:pt x="110" y="168"/>
                  </a:moveTo>
                  <a:cubicBezTo>
                    <a:pt x="74" y="168"/>
                    <a:pt x="74" y="168"/>
                    <a:pt x="74" y="168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110" y="132"/>
                    <a:pt x="110" y="132"/>
                    <a:pt x="110" y="132"/>
                  </a:cubicBezTo>
                  <a:lnTo>
                    <a:pt x="110" y="168"/>
                  </a:lnTo>
                  <a:close/>
                  <a:moveTo>
                    <a:pt x="110" y="123"/>
                  </a:moveTo>
                  <a:cubicBezTo>
                    <a:pt x="74" y="123"/>
                    <a:pt x="74" y="123"/>
                    <a:pt x="74" y="123"/>
                  </a:cubicBezTo>
                  <a:cubicBezTo>
                    <a:pt x="74" y="87"/>
                    <a:pt x="74" y="87"/>
                    <a:pt x="74" y="87"/>
                  </a:cubicBezTo>
                  <a:cubicBezTo>
                    <a:pt x="110" y="87"/>
                    <a:pt x="110" y="87"/>
                    <a:pt x="110" y="87"/>
                  </a:cubicBezTo>
                  <a:lnTo>
                    <a:pt x="110" y="123"/>
                  </a:lnTo>
                  <a:close/>
                  <a:moveTo>
                    <a:pt x="156" y="168"/>
                  </a:moveTo>
                  <a:cubicBezTo>
                    <a:pt x="120" y="168"/>
                    <a:pt x="120" y="168"/>
                    <a:pt x="120" y="168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56" y="132"/>
                    <a:pt x="156" y="132"/>
                    <a:pt x="156" y="132"/>
                  </a:cubicBezTo>
                  <a:lnTo>
                    <a:pt x="156" y="168"/>
                  </a:lnTo>
                  <a:close/>
                  <a:moveTo>
                    <a:pt x="156" y="123"/>
                  </a:moveTo>
                  <a:cubicBezTo>
                    <a:pt x="120" y="123"/>
                    <a:pt x="120" y="123"/>
                    <a:pt x="120" y="123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56" y="87"/>
                    <a:pt x="156" y="87"/>
                    <a:pt x="156" y="87"/>
                  </a:cubicBezTo>
                  <a:lnTo>
                    <a:pt x="156" y="123"/>
                  </a:lnTo>
                  <a:close/>
                  <a:moveTo>
                    <a:pt x="66" y="57"/>
                  </a:moveTo>
                  <a:cubicBezTo>
                    <a:pt x="68" y="32"/>
                    <a:pt x="89" y="11"/>
                    <a:pt x="115" y="11"/>
                  </a:cubicBezTo>
                  <a:cubicBezTo>
                    <a:pt x="141" y="11"/>
                    <a:pt x="162" y="32"/>
                    <a:pt x="163" y="57"/>
                  </a:cubicBezTo>
                  <a:lnTo>
                    <a:pt x="66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221"/>
            <p:cNvSpPr/>
            <p:nvPr/>
          </p:nvSpPr>
          <p:spPr bwMode="auto">
            <a:xfrm>
              <a:off x="8265014" y="2828033"/>
              <a:ext cx="202069" cy="136637"/>
            </a:xfrm>
            <a:custGeom>
              <a:avLst/>
              <a:gdLst>
                <a:gd name="T0" fmla="*/ 128 w 133"/>
                <a:gd name="T1" fmla="*/ 36 h 90"/>
                <a:gd name="T2" fmla="*/ 104 w 133"/>
                <a:gd name="T3" fmla="*/ 30 h 90"/>
                <a:gd name="T4" fmla="*/ 97 w 133"/>
                <a:gd name="T5" fmla="*/ 50 h 90"/>
                <a:gd name="T6" fmla="*/ 80 w 133"/>
                <a:gd name="T7" fmla="*/ 60 h 90"/>
                <a:gd name="T8" fmla="*/ 71 w 133"/>
                <a:gd name="T9" fmla="*/ 55 h 90"/>
                <a:gd name="T10" fmla="*/ 71 w 133"/>
                <a:gd name="T11" fmla="*/ 34 h 90"/>
                <a:gd name="T12" fmla="*/ 84 w 133"/>
                <a:gd name="T13" fmla="*/ 18 h 90"/>
                <a:gd name="T14" fmla="*/ 67 w 133"/>
                <a:gd name="T15" fmla="*/ 0 h 90"/>
                <a:gd name="T16" fmla="*/ 49 w 133"/>
                <a:gd name="T17" fmla="*/ 18 h 90"/>
                <a:gd name="T18" fmla="*/ 62 w 133"/>
                <a:gd name="T19" fmla="*/ 34 h 90"/>
                <a:gd name="T20" fmla="*/ 62 w 133"/>
                <a:gd name="T21" fmla="*/ 55 h 90"/>
                <a:gd name="T22" fmla="*/ 54 w 133"/>
                <a:gd name="T23" fmla="*/ 61 h 90"/>
                <a:gd name="T24" fmla="*/ 36 w 133"/>
                <a:gd name="T25" fmla="*/ 50 h 90"/>
                <a:gd name="T26" fmla="*/ 29 w 133"/>
                <a:gd name="T27" fmla="*/ 30 h 90"/>
                <a:gd name="T28" fmla="*/ 5 w 133"/>
                <a:gd name="T29" fmla="*/ 36 h 90"/>
                <a:gd name="T30" fmla="*/ 10 w 133"/>
                <a:gd name="T31" fmla="*/ 60 h 90"/>
                <a:gd name="T32" fmla="*/ 32 w 133"/>
                <a:gd name="T33" fmla="*/ 57 h 90"/>
                <a:gd name="T34" fmla="*/ 50 w 133"/>
                <a:gd name="T35" fmla="*/ 68 h 90"/>
                <a:gd name="T36" fmla="*/ 49 w 133"/>
                <a:gd name="T37" fmla="*/ 72 h 90"/>
                <a:gd name="T38" fmla="*/ 67 w 133"/>
                <a:gd name="T39" fmla="*/ 90 h 90"/>
                <a:gd name="T40" fmla="*/ 84 w 133"/>
                <a:gd name="T41" fmla="*/ 72 h 90"/>
                <a:gd name="T42" fmla="*/ 83 w 133"/>
                <a:gd name="T43" fmla="*/ 68 h 90"/>
                <a:gd name="T44" fmla="*/ 101 w 133"/>
                <a:gd name="T45" fmla="*/ 57 h 90"/>
                <a:gd name="T46" fmla="*/ 122 w 133"/>
                <a:gd name="T47" fmla="*/ 60 h 90"/>
                <a:gd name="T48" fmla="*/ 128 w 133"/>
                <a:gd name="T49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3" h="90">
                  <a:moveTo>
                    <a:pt x="128" y="36"/>
                  </a:moveTo>
                  <a:cubicBezTo>
                    <a:pt x="123" y="27"/>
                    <a:pt x="112" y="25"/>
                    <a:pt x="104" y="30"/>
                  </a:cubicBezTo>
                  <a:cubicBezTo>
                    <a:pt x="97" y="34"/>
                    <a:pt x="94" y="42"/>
                    <a:pt x="97" y="50"/>
                  </a:cubicBezTo>
                  <a:cubicBezTo>
                    <a:pt x="80" y="60"/>
                    <a:pt x="80" y="60"/>
                    <a:pt x="80" y="60"/>
                  </a:cubicBezTo>
                  <a:cubicBezTo>
                    <a:pt x="77" y="58"/>
                    <a:pt x="74" y="56"/>
                    <a:pt x="71" y="55"/>
                  </a:cubicBezTo>
                  <a:cubicBezTo>
                    <a:pt x="71" y="34"/>
                    <a:pt x="71" y="34"/>
                    <a:pt x="71" y="34"/>
                  </a:cubicBezTo>
                  <a:cubicBezTo>
                    <a:pt x="78" y="32"/>
                    <a:pt x="84" y="26"/>
                    <a:pt x="84" y="18"/>
                  </a:cubicBezTo>
                  <a:cubicBezTo>
                    <a:pt x="84" y="8"/>
                    <a:pt x="76" y="0"/>
                    <a:pt x="67" y="0"/>
                  </a:cubicBezTo>
                  <a:cubicBezTo>
                    <a:pt x="57" y="0"/>
                    <a:pt x="49" y="8"/>
                    <a:pt x="49" y="18"/>
                  </a:cubicBezTo>
                  <a:cubicBezTo>
                    <a:pt x="49" y="26"/>
                    <a:pt x="55" y="32"/>
                    <a:pt x="62" y="34"/>
                  </a:cubicBezTo>
                  <a:cubicBezTo>
                    <a:pt x="62" y="55"/>
                    <a:pt x="62" y="55"/>
                    <a:pt x="62" y="55"/>
                  </a:cubicBezTo>
                  <a:cubicBezTo>
                    <a:pt x="59" y="56"/>
                    <a:pt x="56" y="58"/>
                    <a:pt x="54" y="61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9" y="42"/>
                    <a:pt x="36" y="34"/>
                    <a:pt x="29" y="30"/>
                  </a:cubicBezTo>
                  <a:cubicBezTo>
                    <a:pt x="21" y="25"/>
                    <a:pt x="10" y="27"/>
                    <a:pt x="5" y="36"/>
                  </a:cubicBezTo>
                  <a:cubicBezTo>
                    <a:pt x="0" y="44"/>
                    <a:pt x="2" y="55"/>
                    <a:pt x="10" y="60"/>
                  </a:cubicBezTo>
                  <a:cubicBezTo>
                    <a:pt x="18" y="64"/>
                    <a:pt x="26" y="63"/>
                    <a:pt x="32" y="57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49" y="69"/>
                    <a:pt x="49" y="71"/>
                    <a:pt x="49" y="72"/>
                  </a:cubicBezTo>
                  <a:cubicBezTo>
                    <a:pt x="49" y="82"/>
                    <a:pt x="57" y="90"/>
                    <a:pt x="67" y="90"/>
                  </a:cubicBezTo>
                  <a:cubicBezTo>
                    <a:pt x="76" y="90"/>
                    <a:pt x="84" y="82"/>
                    <a:pt x="84" y="72"/>
                  </a:cubicBezTo>
                  <a:cubicBezTo>
                    <a:pt x="84" y="71"/>
                    <a:pt x="84" y="69"/>
                    <a:pt x="83" y="68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7" y="63"/>
                    <a:pt x="115" y="64"/>
                    <a:pt x="122" y="60"/>
                  </a:cubicBezTo>
                  <a:cubicBezTo>
                    <a:pt x="131" y="55"/>
                    <a:pt x="133" y="44"/>
                    <a:pt x="128" y="3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222"/>
            <p:cNvSpPr/>
            <p:nvPr/>
          </p:nvSpPr>
          <p:spPr bwMode="auto">
            <a:xfrm>
              <a:off x="9567237" y="1856178"/>
              <a:ext cx="123166" cy="151391"/>
            </a:xfrm>
            <a:custGeom>
              <a:avLst/>
              <a:gdLst>
                <a:gd name="T0" fmla="*/ 4 w 81"/>
                <a:gd name="T1" fmla="*/ 40 h 100"/>
                <a:gd name="T2" fmla="*/ 16 w 81"/>
                <a:gd name="T3" fmla="*/ 40 h 100"/>
                <a:gd name="T4" fmla="*/ 16 w 81"/>
                <a:gd name="T5" fmla="*/ 97 h 100"/>
                <a:gd name="T6" fmla="*/ 19 w 81"/>
                <a:gd name="T7" fmla="*/ 100 h 100"/>
                <a:gd name="T8" fmla="*/ 62 w 81"/>
                <a:gd name="T9" fmla="*/ 100 h 100"/>
                <a:gd name="T10" fmla="*/ 66 w 81"/>
                <a:gd name="T11" fmla="*/ 97 h 100"/>
                <a:gd name="T12" fmla="*/ 66 w 81"/>
                <a:gd name="T13" fmla="*/ 40 h 100"/>
                <a:gd name="T14" fmla="*/ 78 w 81"/>
                <a:gd name="T15" fmla="*/ 40 h 100"/>
                <a:gd name="T16" fmla="*/ 78 w 81"/>
                <a:gd name="T17" fmla="*/ 40 h 100"/>
                <a:gd name="T18" fmla="*/ 81 w 81"/>
                <a:gd name="T19" fmla="*/ 36 h 100"/>
                <a:gd name="T20" fmla="*/ 80 w 81"/>
                <a:gd name="T21" fmla="*/ 34 h 100"/>
                <a:gd name="T22" fmla="*/ 43 w 81"/>
                <a:gd name="T23" fmla="*/ 1 h 100"/>
                <a:gd name="T24" fmla="*/ 38 w 81"/>
                <a:gd name="T25" fmla="*/ 1 h 100"/>
                <a:gd name="T26" fmla="*/ 2 w 81"/>
                <a:gd name="T27" fmla="*/ 34 h 100"/>
                <a:gd name="T28" fmla="*/ 1 w 81"/>
                <a:gd name="T29" fmla="*/ 37 h 100"/>
                <a:gd name="T30" fmla="*/ 4 w 81"/>
                <a:gd name="T31" fmla="*/ 4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1" h="100">
                  <a:moveTo>
                    <a:pt x="4" y="40"/>
                  </a:moveTo>
                  <a:cubicBezTo>
                    <a:pt x="16" y="40"/>
                    <a:pt x="16" y="40"/>
                    <a:pt x="16" y="40"/>
                  </a:cubicBezTo>
                  <a:cubicBezTo>
                    <a:pt x="16" y="97"/>
                    <a:pt x="16" y="97"/>
                    <a:pt x="16" y="97"/>
                  </a:cubicBezTo>
                  <a:cubicBezTo>
                    <a:pt x="16" y="99"/>
                    <a:pt x="17" y="100"/>
                    <a:pt x="19" y="100"/>
                  </a:cubicBezTo>
                  <a:cubicBezTo>
                    <a:pt x="62" y="100"/>
                    <a:pt x="62" y="100"/>
                    <a:pt x="62" y="100"/>
                  </a:cubicBezTo>
                  <a:cubicBezTo>
                    <a:pt x="64" y="100"/>
                    <a:pt x="66" y="99"/>
                    <a:pt x="66" y="97"/>
                  </a:cubicBezTo>
                  <a:cubicBezTo>
                    <a:pt x="66" y="40"/>
                    <a:pt x="66" y="40"/>
                    <a:pt x="66" y="40"/>
                  </a:cubicBezTo>
                  <a:cubicBezTo>
                    <a:pt x="78" y="40"/>
                    <a:pt x="78" y="40"/>
                    <a:pt x="78" y="40"/>
                  </a:cubicBezTo>
                  <a:cubicBezTo>
                    <a:pt x="78" y="40"/>
                    <a:pt x="78" y="40"/>
                    <a:pt x="78" y="40"/>
                  </a:cubicBezTo>
                  <a:cubicBezTo>
                    <a:pt x="79" y="40"/>
                    <a:pt x="81" y="38"/>
                    <a:pt x="81" y="36"/>
                  </a:cubicBezTo>
                  <a:cubicBezTo>
                    <a:pt x="81" y="35"/>
                    <a:pt x="80" y="34"/>
                    <a:pt x="80" y="34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2" y="0"/>
                    <a:pt x="40" y="0"/>
                    <a:pt x="38" y="1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" y="35"/>
                    <a:pt x="0" y="36"/>
                    <a:pt x="1" y="37"/>
                  </a:cubicBezTo>
                  <a:cubicBezTo>
                    <a:pt x="1" y="39"/>
                    <a:pt x="2" y="40"/>
                    <a:pt x="4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223"/>
            <p:cNvSpPr/>
            <p:nvPr/>
          </p:nvSpPr>
          <p:spPr bwMode="auto">
            <a:xfrm>
              <a:off x="9526182" y="1951760"/>
              <a:ext cx="205276" cy="112261"/>
            </a:xfrm>
            <a:custGeom>
              <a:avLst/>
              <a:gdLst>
                <a:gd name="T0" fmla="*/ 129 w 135"/>
                <a:gd name="T1" fmla="*/ 0 h 74"/>
                <a:gd name="T2" fmla="*/ 123 w 135"/>
                <a:gd name="T3" fmla="*/ 6 h 74"/>
                <a:gd name="T4" fmla="*/ 68 w 135"/>
                <a:gd name="T5" fmla="*/ 61 h 74"/>
                <a:gd name="T6" fmla="*/ 13 w 135"/>
                <a:gd name="T7" fmla="*/ 6 h 74"/>
                <a:gd name="T8" fmla="*/ 6 w 135"/>
                <a:gd name="T9" fmla="*/ 0 h 74"/>
                <a:gd name="T10" fmla="*/ 0 w 135"/>
                <a:gd name="T11" fmla="*/ 6 h 74"/>
                <a:gd name="T12" fmla="*/ 68 w 135"/>
                <a:gd name="T13" fmla="*/ 74 h 74"/>
                <a:gd name="T14" fmla="*/ 135 w 135"/>
                <a:gd name="T15" fmla="*/ 6 h 74"/>
                <a:gd name="T16" fmla="*/ 129 w 135"/>
                <a:gd name="T1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74">
                  <a:moveTo>
                    <a:pt x="129" y="0"/>
                  </a:moveTo>
                  <a:cubicBezTo>
                    <a:pt x="125" y="0"/>
                    <a:pt x="123" y="3"/>
                    <a:pt x="123" y="6"/>
                  </a:cubicBezTo>
                  <a:cubicBezTo>
                    <a:pt x="123" y="36"/>
                    <a:pt x="98" y="61"/>
                    <a:pt x="68" y="61"/>
                  </a:cubicBezTo>
                  <a:cubicBezTo>
                    <a:pt x="37" y="61"/>
                    <a:pt x="13" y="36"/>
                    <a:pt x="13" y="6"/>
                  </a:cubicBezTo>
                  <a:cubicBezTo>
                    <a:pt x="13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43"/>
                    <a:pt x="30" y="74"/>
                    <a:pt x="68" y="74"/>
                  </a:cubicBezTo>
                  <a:cubicBezTo>
                    <a:pt x="105" y="74"/>
                    <a:pt x="135" y="43"/>
                    <a:pt x="135" y="6"/>
                  </a:cubicBezTo>
                  <a:cubicBezTo>
                    <a:pt x="135" y="3"/>
                    <a:pt x="132" y="0"/>
                    <a:pt x="1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224"/>
            <p:cNvSpPr>
              <a:spLocks noEditPoints="1"/>
            </p:cNvSpPr>
            <p:nvPr/>
          </p:nvSpPr>
          <p:spPr bwMode="auto">
            <a:xfrm>
              <a:off x="8563948" y="4960984"/>
              <a:ext cx="253388" cy="237992"/>
            </a:xfrm>
            <a:custGeom>
              <a:avLst/>
              <a:gdLst>
                <a:gd name="T0" fmla="*/ 166 w 167"/>
                <a:gd name="T1" fmla="*/ 60 h 157"/>
                <a:gd name="T2" fmla="*/ 163 w 167"/>
                <a:gd name="T3" fmla="*/ 57 h 157"/>
                <a:gd name="T4" fmla="*/ 111 w 167"/>
                <a:gd name="T5" fmla="*/ 49 h 157"/>
                <a:gd name="T6" fmla="*/ 88 w 167"/>
                <a:gd name="T7" fmla="*/ 3 h 157"/>
                <a:gd name="T8" fmla="*/ 83 w 167"/>
                <a:gd name="T9" fmla="*/ 0 h 157"/>
                <a:gd name="T10" fmla="*/ 79 w 167"/>
                <a:gd name="T11" fmla="*/ 3 h 157"/>
                <a:gd name="T12" fmla="*/ 56 w 167"/>
                <a:gd name="T13" fmla="*/ 49 h 157"/>
                <a:gd name="T14" fmla="*/ 4 w 167"/>
                <a:gd name="T15" fmla="*/ 57 h 157"/>
                <a:gd name="T16" fmla="*/ 1 w 167"/>
                <a:gd name="T17" fmla="*/ 60 h 157"/>
                <a:gd name="T18" fmla="*/ 2 w 167"/>
                <a:gd name="T19" fmla="*/ 65 h 157"/>
                <a:gd name="T20" fmla="*/ 39 w 167"/>
                <a:gd name="T21" fmla="*/ 101 h 157"/>
                <a:gd name="T22" fmla="*/ 30 w 167"/>
                <a:gd name="T23" fmla="*/ 151 h 157"/>
                <a:gd name="T24" fmla="*/ 32 w 167"/>
                <a:gd name="T25" fmla="*/ 156 h 157"/>
                <a:gd name="T26" fmla="*/ 37 w 167"/>
                <a:gd name="T27" fmla="*/ 156 h 157"/>
                <a:gd name="T28" fmla="*/ 83 w 167"/>
                <a:gd name="T29" fmla="*/ 132 h 157"/>
                <a:gd name="T30" fmla="*/ 130 w 167"/>
                <a:gd name="T31" fmla="*/ 156 h 157"/>
                <a:gd name="T32" fmla="*/ 132 w 167"/>
                <a:gd name="T33" fmla="*/ 157 h 157"/>
                <a:gd name="T34" fmla="*/ 135 w 167"/>
                <a:gd name="T35" fmla="*/ 156 h 157"/>
                <a:gd name="T36" fmla="*/ 137 w 167"/>
                <a:gd name="T37" fmla="*/ 151 h 157"/>
                <a:gd name="T38" fmla="*/ 128 w 167"/>
                <a:gd name="T39" fmla="*/ 101 h 157"/>
                <a:gd name="T40" fmla="*/ 165 w 167"/>
                <a:gd name="T41" fmla="*/ 65 h 157"/>
                <a:gd name="T42" fmla="*/ 166 w 167"/>
                <a:gd name="T43" fmla="*/ 60 h 157"/>
                <a:gd name="T44" fmla="*/ 83 w 167"/>
                <a:gd name="T45" fmla="*/ 117 h 157"/>
                <a:gd name="T46" fmla="*/ 53 w 167"/>
                <a:gd name="T47" fmla="*/ 86 h 157"/>
                <a:gd name="T48" fmla="*/ 83 w 167"/>
                <a:gd name="T49" fmla="*/ 56 h 157"/>
                <a:gd name="T50" fmla="*/ 114 w 167"/>
                <a:gd name="T51" fmla="*/ 86 h 157"/>
                <a:gd name="T52" fmla="*/ 83 w 167"/>
                <a:gd name="T53" fmla="*/ 11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7" h="157">
                  <a:moveTo>
                    <a:pt x="166" y="60"/>
                  </a:moveTo>
                  <a:cubicBezTo>
                    <a:pt x="166" y="58"/>
                    <a:pt x="164" y="57"/>
                    <a:pt x="163" y="57"/>
                  </a:cubicBezTo>
                  <a:cubicBezTo>
                    <a:pt x="111" y="49"/>
                    <a:pt x="111" y="49"/>
                    <a:pt x="111" y="49"/>
                  </a:cubicBezTo>
                  <a:cubicBezTo>
                    <a:pt x="88" y="3"/>
                    <a:pt x="88" y="3"/>
                    <a:pt x="88" y="3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82" y="0"/>
                    <a:pt x="80" y="2"/>
                    <a:pt x="79" y="3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4" y="57"/>
                    <a:pt x="4" y="57"/>
                    <a:pt x="4" y="57"/>
                  </a:cubicBezTo>
                  <a:cubicBezTo>
                    <a:pt x="3" y="57"/>
                    <a:pt x="1" y="58"/>
                    <a:pt x="1" y="60"/>
                  </a:cubicBezTo>
                  <a:cubicBezTo>
                    <a:pt x="0" y="62"/>
                    <a:pt x="0" y="64"/>
                    <a:pt x="2" y="65"/>
                  </a:cubicBezTo>
                  <a:cubicBezTo>
                    <a:pt x="39" y="101"/>
                    <a:pt x="39" y="101"/>
                    <a:pt x="39" y="101"/>
                  </a:cubicBezTo>
                  <a:cubicBezTo>
                    <a:pt x="30" y="151"/>
                    <a:pt x="30" y="151"/>
                    <a:pt x="30" y="151"/>
                  </a:cubicBezTo>
                  <a:cubicBezTo>
                    <a:pt x="30" y="153"/>
                    <a:pt x="31" y="155"/>
                    <a:pt x="32" y="156"/>
                  </a:cubicBezTo>
                  <a:cubicBezTo>
                    <a:pt x="34" y="157"/>
                    <a:pt x="36" y="157"/>
                    <a:pt x="37" y="156"/>
                  </a:cubicBezTo>
                  <a:cubicBezTo>
                    <a:pt x="83" y="132"/>
                    <a:pt x="83" y="132"/>
                    <a:pt x="83" y="132"/>
                  </a:cubicBezTo>
                  <a:cubicBezTo>
                    <a:pt x="130" y="156"/>
                    <a:pt x="130" y="156"/>
                    <a:pt x="130" y="156"/>
                  </a:cubicBezTo>
                  <a:cubicBezTo>
                    <a:pt x="130" y="157"/>
                    <a:pt x="131" y="157"/>
                    <a:pt x="132" y="157"/>
                  </a:cubicBezTo>
                  <a:cubicBezTo>
                    <a:pt x="133" y="157"/>
                    <a:pt x="134" y="157"/>
                    <a:pt x="135" y="156"/>
                  </a:cubicBezTo>
                  <a:cubicBezTo>
                    <a:pt x="136" y="155"/>
                    <a:pt x="137" y="153"/>
                    <a:pt x="137" y="151"/>
                  </a:cubicBezTo>
                  <a:cubicBezTo>
                    <a:pt x="128" y="101"/>
                    <a:pt x="128" y="101"/>
                    <a:pt x="128" y="101"/>
                  </a:cubicBezTo>
                  <a:cubicBezTo>
                    <a:pt x="165" y="65"/>
                    <a:pt x="165" y="65"/>
                    <a:pt x="165" y="65"/>
                  </a:cubicBezTo>
                  <a:cubicBezTo>
                    <a:pt x="167" y="64"/>
                    <a:pt x="167" y="62"/>
                    <a:pt x="166" y="60"/>
                  </a:cubicBezTo>
                  <a:close/>
                  <a:moveTo>
                    <a:pt x="83" y="117"/>
                  </a:moveTo>
                  <a:cubicBezTo>
                    <a:pt x="67" y="117"/>
                    <a:pt x="53" y="103"/>
                    <a:pt x="53" y="86"/>
                  </a:cubicBezTo>
                  <a:cubicBezTo>
                    <a:pt x="53" y="69"/>
                    <a:pt x="67" y="56"/>
                    <a:pt x="83" y="56"/>
                  </a:cubicBezTo>
                  <a:cubicBezTo>
                    <a:pt x="100" y="56"/>
                    <a:pt x="114" y="69"/>
                    <a:pt x="114" y="86"/>
                  </a:cubicBezTo>
                  <a:cubicBezTo>
                    <a:pt x="114" y="103"/>
                    <a:pt x="100" y="117"/>
                    <a:pt x="83" y="117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225"/>
            <p:cNvSpPr>
              <a:spLocks noEditPoints="1"/>
            </p:cNvSpPr>
            <p:nvPr/>
          </p:nvSpPr>
          <p:spPr bwMode="auto">
            <a:xfrm>
              <a:off x="10257479" y="4977662"/>
              <a:ext cx="165504" cy="200145"/>
            </a:xfrm>
            <a:custGeom>
              <a:avLst/>
              <a:gdLst>
                <a:gd name="T0" fmla="*/ 97 w 109"/>
                <a:gd name="T1" fmla="*/ 0 h 132"/>
                <a:gd name="T2" fmla="*/ 13 w 109"/>
                <a:gd name="T3" fmla="*/ 0 h 132"/>
                <a:gd name="T4" fmla="*/ 0 w 109"/>
                <a:gd name="T5" fmla="*/ 12 h 132"/>
                <a:gd name="T6" fmla="*/ 0 w 109"/>
                <a:gd name="T7" fmla="*/ 97 h 132"/>
                <a:gd name="T8" fmla="*/ 13 w 109"/>
                <a:gd name="T9" fmla="*/ 109 h 132"/>
                <a:gd name="T10" fmla="*/ 40 w 109"/>
                <a:gd name="T11" fmla="*/ 109 h 132"/>
                <a:gd name="T12" fmla="*/ 54 w 109"/>
                <a:gd name="T13" fmla="*/ 132 h 132"/>
                <a:gd name="T14" fmla="*/ 55 w 109"/>
                <a:gd name="T15" fmla="*/ 132 h 132"/>
                <a:gd name="T16" fmla="*/ 56 w 109"/>
                <a:gd name="T17" fmla="*/ 132 h 132"/>
                <a:gd name="T18" fmla="*/ 69 w 109"/>
                <a:gd name="T19" fmla="*/ 109 h 132"/>
                <a:gd name="T20" fmla="*/ 97 w 109"/>
                <a:gd name="T21" fmla="*/ 109 h 132"/>
                <a:gd name="T22" fmla="*/ 109 w 109"/>
                <a:gd name="T23" fmla="*/ 97 h 132"/>
                <a:gd name="T24" fmla="*/ 109 w 109"/>
                <a:gd name="T25" fmla="*/ 12 h 132"/>
                <a:gd name="T26" fmla="*/ 97 w 109"/>
                <a:gd name="T27" fmla="*/ 0 h 132"/>
                <a:gd name="T28" fmla="*/ 55 w 109"/>
                <a:gd name="T29" fmla="*/ 95 h 132"/>
                <a:gd name="T30" fmla="*/ 13 w 109"/>
                <a:gd name="T31" fmla="*/ 54 h 132"/>
                <a:gd name="T32" fmla="*/ 55 w 109"/>
                <a:gd name="T33" fmla="*/ 12 h 132"/>
                <a:gd name="T34" fmla="*/ 96 w 109"/>
                <a:gd name="T35" fmla="*/ 54 h 132"/>
                <a:gd name="T36" fmla="*/ 55 w 109"/>
                <a:gd name="T37" fmla="*/ 95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9" h="132">
                  <a:moveTo>
                    <a:pt x="97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3"/>
                    <a:pt x="6" y="109"/>
                    <a:pt x="13" y="109"/>
                  </a:cubicBezTo>
                  <a:cubicBezTo>
                    <a:pt x="40" y="109"/>
                    <a:pt x="40" y="109"/>
                    <a:pt x="40" y="109"/>
                  </a:cubicBezTo>
                  <a:cubicBezTo>
                    <a:pt x="54" y="132"/>
                    <a:pt x="54" y="132"/>
                    <a:pt x="54" y="132"/>
                  </a:cubicBezTo>
                  <a:cubicBezTo>
                    <a:pt x="54" y="132"/>
                    <a:pt x="54" y="132"/>
                    <a:pt x="55" y="132"/>
                  </a:cubicBezTo>
                  <a:cubicBezTo>
                    <a:pt x="55" y="132"/>
                    <a:pt x="55" y="132"/>
                    <a:pt x="56" y="132"/>
                  </a:cubicBezTo>
                  <a:cubicBezTo>
                    <a:pt x="69" y="109"/>
                    <a:pt x="69" y="109"/>
                    <a:pt x="69" y="109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104" y="109"/>
                    <a:pt x="109" y="103"/>
                    <a:pt x="109" y="97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09" y="5"/>
                    <a:pt x="104" y="0"/>
                    <a:pt x="97" y="0"/>
                  </a:cubicBezTo>
                  <a:close/>
                  <a:moveTo>
                    <a:pt x="55" y="95"/>
                  </a:moveTo>
                  <a:cubicBezTo>
                    <a:pt x="32" y="95"/>
                    <a:pt x="13" y="77"/>
                    <a:pt x="13" y="54"/>
                  </a:cubicBezTo>
                  <a:cubicBezTo>
                    <a:pt x="13" y="31"/>
                    <a:pt x="32" y="12"/>
                    <a:pt x="55" y="12"/>
                  </a:cubicBezTo>
                  <a:cubicBezTo>
                    <a:pt x="78" y="12"/>
                    <a:pt x="96" y="31"/>
                    <a:pt x="96" y="54"/>
                  </a:cubicBezTo>
                  <a:cubicBezTo>
                    <a:pt x="96" y="77"/>
                    <a:pt x="78" y="95"/>
                    <a:pt x="55" y="9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226"/>
            <p:cNvSpPr>
              <a:spLocks noEditPoints="1"/>
            </p:cNvSpPr>
            <p:nvPr/>
          </p:nvSpPr>
          <p:spPr bwMode="auto">
            <a:xfrm>
              <a:off x="10290836" y="5012303"/>
              <a:ext cx="98789" cy="80186"/>
            </a:xfrm>
            <a:custGeom>
              <a:avLst/>
              <a:gdLst>
                <a:gd name="T0" fmla="*/ 33 w 65"/>
                <a:gd name="T1" fmla="*/ 0 h 53"/>
                <a:gd name="T2" fmla="*/ 30 w 65"/>
                <a:gd name="T3" fmla="*/ 1 h 53"/>
                <a:gd name="T4" fmla="*/ 0 w 65"/>
                <a:gd name="T5" fmla="*/ 28 h 53"/>
                <a:gd name="T6" fmla="*/ 0 w 65"/>
                <a:gd name="T7" fmla="*/ 29 h 53"/>
                <a:gd name="T8" fmla="*/ 2 w 65"/>
                <a:gd name="T9" fmla="*/ 30 h 53"/>
                <a:gd name="T10" fmla="*/ 9 w 65"/>
                <a:gd name="T11" fmla="*/ 30 h 53"/>
                <a:gd name="T12" fmla="*/ 9 w 65"/>
                <a:gd name="T13" fmla="*/ 53 h 53"/>
                <a:gd name="T14" fmla="*/ 25 w 65"/>
                <a:gd name="T15" fmla="*/ 53 h 53"/>
                <a:gd name="T16" fmla="*/ 25 w 65"/>
                <a:gd name="T17" fmla="*/ 39 h 53"/>
                <a:gd name="T18" fmla="*/ 41 w 65"/>
                <a:gd name="T19" fmla="*/ 39 h 53"/>
                <a:gd name="T20" fmla="*/ 41 w 65"/>
                <a:gd name="T21" fmla="*/ 53 h 53"/>
                <a:gd name="T22" fmla="*/ 56 w 65"/>
                <a:gd name="T23" fmla="*/ 53 h 53"/>
                <a:gd name="T24" fmla="*/ 56 w 65"/>
                <a:gd name="T25" fmla="*/ 30 h 53"/>
                <a:gd name="T26" fmla="*/ 63 w 65"/>
                <a:gd name="T27" fmla="*/ 30 h 53"/>
                <a:gd name="T28" fmla="*/ 65 w 65"/>
                <a:gd name="T29" fmla="*/ 29 h 53"/>
                <a:gd name="T30" fmla="*/ 65 w 65"/>
                <a:gd name="T31" fmla="*/ 28 h 53"/>
                <a:gd name="T32" fmla="*/ 65 w 65"/>
                <a:gd name="T33" fmla="*/ 28 h 53"/>
                <a:gd name="T34" fmla="*/ 35 w 65"/>
                <a:gd name="T35" fmla="*/ 1 h 53"/>
                <a:gd name="T36" fmla="*/ 33 w 65"/>
                <a:gd name="T37" fmla="*/ 0 h 53"/>
                <a:gd name="T38" fmla="*/ 39 w 65"/>
                <a:gd name="T39" fmla="*/ 19 h 53"/>
                <a:gd name="T40" fmla="*/ 33 w 65"/>
                <a:gd name="T41" fmla="*/ 25 h 53"/>
                <a:gd name="T42" fmla="*/ 26 w 65"/>
                <a:gd name="T43" fmla="*/ 19 h 53"/>
                <a:gd name="T44" fmla="*/ 33 w 65"/>
                <a:gd name="T45" fmla="*/ 12 h 53"/>
                <a:gd name="T46" fmla="*/ 39 w 65"/>
                <a:gd name="T47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53">
                  <a:moveTo>
                    <a:pt x="33" y="0"/>
                  </a:moveTo>
                  <a:cubicBezTo>
                    <a:pt x="32" y="0"/>
                    <a:pt x="31" y="1"/>
                    <a:pt x="30" y="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9"/>
                    <a:pt x="0" y="29"/>
                  </a:cubicBezTo>
                  <a:cubicBezTo>
                    <a:pt x="1" y="29"/>
                    <a:pt x="2" y="30"/>
                    <a:pt x="2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41" y="39"/>
                    <a:pt x="41" y="39"/>
                    <a:pt x="41" y="39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56" y="53"/>
                    <a:pt x="56" y="53"/>
                    <a:pt x="56" y="53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4" y="30"/>
                    <a:pt x="64" y="29"/>
                    <a:pt x="65" y="29"/>
                  </a:cubicBezTo>
                  <a:cubicBezTo>
                    <a:pt x="65" y="29"/>
                    <a:pt x="65" y="29"/>
                    <a:pt x="65" y="28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4" y="1"/>
                    <a:pt x="33" y="0"/>
                    <a:pt x="33" y="0"/>
                  </a:cubicBezTo>
                  <a:close/>
                  <a:moveTo>
                    <a:pt x="39" y="19"/>
                  </a:moveTo>
                  <a:cubicBezTo>
                    <a:pt x="39" y="22"/>
                    <a:pt x="36" y="25"/>
                    <a:pt x="33" y="25"/>
                  </a:cubicBezTo>
                  <a:cubicBezTo>
                    <a:pt x="29" y="25"/>
                    <a:pt x="26" y="22"/>
                    <a:pt x="26" y="19"/>
                  </a:cubicBezTo>
                  <a:cubicBezTo>
                    <a:pt x="26" y="15"/>
                    <a:pt x="29" y="12"/>
                    <a:pt x="33" y="12"/>
                  </a:cubicBezTo>
                  <a:cubicBezTo>
                    <a:pt x="36" y="12"/>
                    <a:pt x="39" y="15"/>
                    <a:pt x="39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227"/>
            <p:cNvSpPr>
              <a:spLocks noEditPoints="1"/>
            </p:cNvSpPr>
            <p:nvPr/>
          </p:nvSpPr>
          <p:spPr bwMode="auto">
            <a:xfrm>
              <a:off x="10603883" y="2404009"/>
              <a:ext cx="204635" cy="222597"/>
            </a:xfrm>
            <a:custGeom>
              <a:avLst/>
              <a:gdLst>
                <a:gd name="T0" fmla="*/ 134 w 135"/>
                <a:gd name="T1" fmla="*/ 34 h 147"/>
                <a:gd name="T2" fmla="*/ 135 w 135"/>
                <a:gd name="T3" fmla="*/ 32 h 147"/>
                <a:gd name="T4" fmla="*/ 133 w 135"/>
                <a:gd name="T5" fmla="*/ 30 h 147"/>
                <a:gd name="T6" fmla="*/ 117 w 135"/>
                <a:gd name="T7" fmla="*/ 33 h 147"/>
                <a:gd name="T8" fmla="*/ 114 w 135"/>
                <a:gd name="T9" fmla="*/ 24 h 147"/>
                <a:gd name="T10" fmla="*/ 76 w 135"/>
                <a:gd name="T11" fmla="*/ 0 h 147"/>
                <a:gd name="T12" fmla="*/ 34 w 135"/>
                <a:gd name="T13" fmla="*/ 42 h 147"/>
                <a:gd name="T14" fmla="*/ 34 w 135"/>
                <a:gd name="T15" fmla="*/ 53 h 147"/>
                <a:gd name="T16" fmla="*/ 30 w 135"/>
                <a:gd name="T17" fmla="*/ 91 h 147"/>
                <a:gd name="T18" fmla="*/ 21 w 135"/>
                <a:gd name="T19" fmla="*/ 94 h 147"/>
                <a:gd name="T20" fmla="*/ 2 w 135"/>
                <a:gd name="T21" fmla="*/ 94 h 147"/>
                <a:gd name="T22" fmla="*/ 0 w 135"/>
                <a:gd name="T23" fmla="*/ 96 h 147"/>
                <a:gd name="T24" fmla="*/ 13 w 135"/>
                <a:gd name="T25" fmla="*/ 131 h 147"/>
                <a:gd name="T26" fmla="*/ 52 w 135"/>
                <a:gd name="T27" fmla="*/ 147 h 147"/>
                <a:gd name="T28" fmla="*/ 98 w 135"/>
                <a:gd name="T29" fmla="*/ 130 h 147"/>
                <a:gd name="T30" fmla="*/ 117 w 135"/>
                <a:gd name="T31" fmla="*/ 69 h 147"/>
                <a:gd name="T32" fmla="*/ 131 w 135"/>
                <a:gd name="T33" fmla="*/ 73 h 147"/>
                <a:gd name="T34" fmla="*/ 134 w 135"/>
                <a:gd name="T35" fmla="*/ 71 h 147"/>
                <a:gd name="T36" fmla="*/ 133 w 135"/>
                <a:gd name="T37" fmla="*/ 69 h 147"/>
                <a:gd name="T38" fmla="*/ 120 w 135"/>
                <a:gd name="T39" fmla="*/ 52 h 147"/>
                <a:gd name="T40" fmla="*/ 134 w 135"/>
                <a:gd name="T41" fmla="*/ 34 h 147"/>
                <a:gd name="T42" fmla="*/ 86 w 135"/>
                <a:gd name="T43" fmla="*/ 109 h 147"/>
                <a:gd name="T44" fmla="*/ 60 w 135"/>
                <a:gd name="T45" fmla="*/ 120 h 147"/>
                <a:gd name="T46" fmla="*/ 36 w 135"/>
                <a:gd name="T47" fmla="*/ 110 h 147"/>
                <a:gd name="T48" fmla="*/ 35 w 135"/>
                <a:gd name="T49" fmla="*/ 106 h 147"/>
                <a:gd name="T50" fmla="*/ 53 w 135"/>
                <a:gd name="T51" fmla="*/ 79 h 147"/>
                <a:gd name="T52" fmla="*/ 61 w 135"/>
                <a:gd name="T53" fmla="*/ 79 h 147"/>
                <a:gd name="T54" fmla="*/ 43 w 135"/>
                <a:gd name="T55" fmla="*/ 107 h 147"/>
                <a:gd name="T56" fmla="*/ 81 w 135"/>
                <a:gd name="T57" fmla="*/ 104 h 147"/>
                <a:gd name="T58" fmla="*/ 88 w 135"/>
                <a:gd name="T59" fmla="*/ 79 h 147"/>
                <a:gd name="T60" fmla="*/ 95 w 135"/>
                <a:gd name="T61" fmla="*/ 79 h 147"/>
                <a:gd name="T62" fmla="*/ 86 w 135"/>
                <a:gd name="T63" fmla="*/ 109 h 147"/>
                <a:gd name="T64" fmla="*/ 94 w 135"/>
                <a:gd name="T65" fmla="*/ 48 h 147"/>
                <a:gd name="T66" fmla="*/ 82 w 135"/>
                <a:gd name="T67" fmla="*/ 37 h 147"/>
                <a:gd name="T68" fmla="*/ 94 w 135"/>
                <a:gd name="T69" fmla="*/ 26 h 147"/>
                <a:gd name="T70" fmla="*/ 105 w 135"/>
                <a:gd name="T71" fmla="*/ 37 h 147"/>
                <a:gd name="T72" fmla="*/ 94 w 135"/>
                <a:gd name="T73" fmla="*/ 48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5" h="147">
                  <a:moveTo>
                    <a:pt x="134" y="34"/>
                  </a:moveTo>
                  <a:cubicBezTo>
                    <a:pt x="135" y="34"/>
                    <a:pt x="135" y="33"/>
                    <a:pt x="135" y="32"/>
                  </a:cubicBezTo>
                  <a:cubicBezTo>
                    <a:pt x="135" y="31"/>
                    <a:pt x="134" y="30"/>
                    <a:pt x="133" y="30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6" y="30"/>
                    <a:pt x="115" y="27"/>
                    <a:pt x="114" y="24"/>
                  </a:cubicBezTo>
                  <a:cubicBezTo>
                    <a:pt x="107" y="10"/>
                    <a:pt x="92" y="0"/>
                    <a:pt x="76" y="0"/>
                  </a:cubicBezTo>
                  <a:cubicBezTo>
                    <a:pt x="53" y="0"/>
                    <a:pt x="34" y="19"/>
                    <a:pt x="34" y="42"/>
                  </a:cubicBezTo>
                  <a:cubicBezTo>
                    <a:pt x="34" y="46"/>
                    <a:pt x="34" y="50"/>
                    <a:pt x="34" y="53"/>
                  </a:cubicBezTo>
                  <a:cubicBezTo>
                    <a:pt x="34" y="74"/>
                    <a:pt x="34" y="86"/>
                    <a:pt x="30" y="91"/>
                  </a:cubicBezTo>
                  <a:cubicBezTo>
                    <a:pt x="28" y="93"/>
                    <a:pt x="25" y="94"/>
                    <a:pt x="21" y="94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1" y="94"/>
                    <a:pt x="0" y="95"/>
                    <a:pt x="0" y="96"/>
                  </a:cubicBezTo>
                  <a:cubicBezTo>
                    <a:pt x="0" y="109"/>
                    <a:pt x="4" y="122"/>
                    <a:pt x="13" y="131"/>
                  </a:cubicBezTo>
                  <a:cubicBezTo>
                    <a:pt x="22" y="141"/>
                    <a:pt x="36" y="147"/>
                    <a:pt x="52" y="147"/>
                  </a:cubicBezTo>
                  <a:cubicBezTo>
                    <a:pt x="72" y="147"/>
                    <a:pt x="87" y="141"/>
                    <a:pt x="98" y="130"/>
                  </a:cubicBezTo>
                  <a:cubicBezTo>
                    <a:pt x="117" y="112"/>
                    <a:pt x="117" y="83"/>
                    <a:pt x="117" y="69"/>
                  </a:cubicBezTo>
                  <a:cubicBezTo>
                    <a:pt x="131" y="73"/>
                    <a:pt x="131" y="73"/>
                    <a:pt x="131" y="73"/>
                  </a:cubicBezTo>
                  <a:cubicBezTo>
                    <a:pt x="132" y="73"/>
                    <a:pt x="133" y="72"/>
                    <a:pt x="134" y="71"/>
                  </a:cubicBezTo>
                  <a:cubicBezTo>
                    <a:pt x="134" y="71"/>
                    <a:pt x="134" y="70"/>
                    <a:pt x="133" y="69"/>
                  </a:cubicBezTo>
                  <a:cubicBezTo>
                    <a:pt x="133" y="69"/>
                    <a:pt x="120" y="61"/>
                    <a:pt x="120" y="52"/>
                  </a:cubicBezTo>
                  <a:cubicBezTo>
                    <a:pt x="120" y="42"/>
                    <a:pt x="134" y="34"/>
                    <a:pt x="134" y="34"/>
                  </a:cubicBezTo>
                  <a:close/>
                  <a:moveTo>
                    <a:pt x="86" y="109"/>
                  </a:moveTo>
                  <a:cubicBezTo>
                    <a:pt x="79" y="116"/>
                    <a:pt x="70" y="120"/>
                    <a:pt x="60" y="120"/>
                  </a:cubicBezTo>
                  <a:cubicBezTo>
                    <a:pt x="51" y="120"/>
                    <a:pt x="43" y="117"/>
                    <a:pt x="36" y="110"/>
                  </a:cubicBezTo>
                  <a:cubicBezTo>
                    <a:pt x="34" y="109"/>
                    <a:pt x="34" y="107"/>
                    <a:pt x="35" y="106"/>
                  </a:cubicBezTo>
                  <a:cubicBezTo>
                    <a:pt x="53" y="79"/>
                    <a:pt x="53" y="79"/>
                    <a:pt x="53" y="79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54" y="116"/>
                    <a:pt x="71" y="115"/>
                    <a:pt x="81" y="104"/>
                  </a:cubicBezTo>
                  <a:cubicBezTo>
                    <a:pt x="88" y="97"/>
                    <a:pt x="90" y="88"/>
                    <a:pt x="88" y="79"/>
                  </a:cubicBezTo>
                  <a:cubicBezTo>
                    <a:pt x="95" y="79"/>
                    <a:pt x="95" y="79"/>
                    <a:pt x="95" y="79"/>
                  </a:cubicBezTo>
                  <a:cubicBezTo>
                    <a:pt x="97" y="90"/>
                    <a:pt x="94" y="101"/>
                    <a:pt x="86" y="109"/>
                  </a:cubicBezTo>
                  <a:close/>
                  <a:moveTo>
                    <a:pt x="94" y="48"/>
                  </a:moveTo>
                  <a:cubicBezTo>
                    <a:pt x="88" y="48"/>
                    <a:pt x="82" y="43"/>
                    <a:pt x="82" y="37"/>
                  </a:cubicBezTo>
                  <a:cubicBezTo>
                    <a:pt x="82" y="31"/>
                    <a:pt x="88" y="26"/>
                    <a:pt x="94" y="26"/>
                  </a:cubicBezTo>
                  <a:cubicBezTo>
                    <a:pt x="100" y="26"/>
                    <a:pt x="105" y="31"/>
                    <a:pt x="105" y="37"/>
                  </a:cubicBezTo>
                  <a:cubicBezTo>
                    <a:pt x="105" y="43"/>
                    <a:pt x="100" y="48"/>
                    <a:pt x="94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228"/>
            <p:cNvSpPr/>
            <p:nvPr/>
          </p:nvSpPr>
          <p:spPr bwMode="auto">
            <a:xfrm>
              <a:off x="8571646" y="3152627"/>
              <a:ext cx="168712" cy="168712"/>
            </a:xfrm>
            <a:custGeom>
              <a:avLst/>
              <a:gdLst>
                <a:gd name="T0" fmla="*/ 9 w 111"/>
                <a:gd name="T1" fmla="*/ 0 h 111"/>
                <a:gd name="T2" fmla="*/ 0 w 111"/>
                <a:gd name="T3" fmla="*/ 9 h 111"/>
                <a:gd name="T4" fmla="*/ 9 w 111"/>
                <a:gd name="T5" fmla="*/ 18 h 111"/>
                <a:gd name="T6" fmla="*/ 93 w 111"/>
                <a:gd name="T7" fmla="*/ 102 h 111"/>
                <a:gd name="T8" fmla="*/ 102 w 111"/>
                <a:gd name="T9" fmla="*/ 111 h 111"/>
                <a:gd name="T10" fmla="*/ 111 w 111"/>
                <a:gd name="T11" fmla="*/ 102 h 111"/>
                <a:gd name="T12" fmla="*/ 9 w 111"/>
                <a:gd name="T13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111"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55" y="18"/>
                    <a:pt x="93" y="56"/>
                    <a:pt x="93" y="102"/>
                  </a:cubicBezTo>
                  <a:cubicBezTo>
                    <a:pt x="93" y="107"/>
                    <a:pt x="97" y="111"/>
                    <a:pt x="102" y="111"/>
                  </a:cubicBezTo>
                  <a:cubicBezTo>
                    <a:pt x="107" y="111"/>
                    <a:pt x="111" y="107"/>
                    <a:pt x="111" y="102"/>
                  </a:cubicBezTo>
                  <a:cubicBezTo>
                    <a:pt x="111" y="46"/>
                    <a:pt x="65" y="0"/>
                    <a:pt x="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229"/>
            <p:cNvSpPr/>
            <p:nvPr/>
          </p:nvSpPr>
          <p:spPr bwMode="auto">
            <a:xfrm>
              <a:off x="8571646" y="3204587"/>
              <a:ext cx="113544" cy="116751"/>
            </a:xfrm>
            <a:custGeom>
              <a:avLst/>
              <a:gdLst>
                <a:gd name="T0" fmla="*/ 57 w 75"/>
                <a:gd name="T1" fmla="*/ 68 h 77"/>
                <a:gd name="T2" fmla="*/ 66 w 75"/>
                <a:gd name="T3" fmla="*/ 77 h 77"/>
                <a:gd name="T4" fmla="*/ 75 w 75"/>
                <a:gd name="T5" fmla="*/ 68 h 77"/>
                <a:gd name="T6" fmla="*/ 9 w 75"/>
                <a:gd name="T7" fmla="*/ 0 h 77"/>
                <a:gd name="T8" fmla="*/ 0 w 75"/>
                <a:gd name="T9" fmla="*/ 9 h 77"/>
                <a:gd name="T10" fmla="*/ 9 w 75"/>
                <a:gd name="T11" fmla="*/ 18 h 77"/>
                <a:gd name="T12" fmla="*/ 57 w 75"/>
                <a:gd name="T13" fmla="*/ 6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77">
                  <a:moveTo>
                    <a:pt x="57" y="68"/>
                  </a:moveTo>
                  <a:cubicBezTo>
                    <a:pt x="57" y="73"/>
                    <a:pt x="61" y="77"/>
                    <a:pt x="66" y="77"/>
                  </a:cubicBezTo>
                  <a:cubicBezTo>
                    <a:pt x="71" y="77"/>
                    <a:pt x="75" y="73"/>
                    <a:pt x="75" y="68"/>
                  </a:cubicBezTo>
                  <a:cubicBezTo>
                    <a:pt x="75" y="31"/>
                    <a:pt x="46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35" y="18"/>
                    <a:pt x="57" y="41"/>
                    <a:pt x="57" y="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230"/>
            <p:cNvSpPr/>
            <p:nvPr/>
          </p:nvSpPr>
          <p:spPr bwMode="auto">
            <a:xfrm>
              <a:off x="8553684" y="3275793"/>
              <a:ext cx="62224" cy="62224"/>
            </a:xfrm>
            <a:custGeom>
              <a:avLst/>
              <a:gdLst>
                <a:gd name="T0" fmla="*/ 20 w 41"/>
                <a:gd name="T1" fmla="*/ 41 h 41"/>
                <a:gd name="T2" fmla="*/ 41 w 41"/>
                <a:gd name="T3" fmla="*/ 20 h 41"/>
                <a:gd name="T4" fmla="*/ 21 w 41"/>
                <a:gd name="T5" fmla="*/ 0 h 41"/>
                <a:gd name="T6" fmla="*/ 0 w 41"/>
                <a:gd name="T7" fmla="*/ 20 h 41"/>
                <a:gd name="T8" fmla="*/ 20 w 41"/>
                <a:gd name="T9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20" y="41"/>
                  </a:moveTo>
                  <a:cubicBezTo>
                    <a:pt x="32" y="41"/>
                    <a:pt x="41" y="32"/>
                    <a:pt x="41" y="20"/>
                  </a:cubicBezTo>
                  <a:cubicBezTo>
                    <a:pt x="41" y="9"/>
                    <a:pt x="32" y="0"/>
                    <a:pt x="21" y="0"/>
                  </a:cubicBezTo>
                  <a:cubicBezTo>
                    <a:pt x="10" y="0"/>
                    <a:pt x="0" y="9"/>
                    <a:pt x="0" y="20"/>
                  </a:cubicBezTo>
                  <a:cubicBezTo>
                    <a:pt x="0" y="31"/>
                    <a:pt x="9" y="41"/>
                    <a:pt x="20" y="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231"/>
            <p:cNvSpPr/>
            <p:nvPr/>
          </p:nvSpPr>
          <p:spPr bwMode="auto">
            <a:xfrm>
              <a:off x="8438216" y="3172513"/>
              <a:ext cx="277765" cy="279048"/>
            </a:xfrm>
            <a:custGeom>
              <a:avLst/>
              <a:gdLst>
                <a:gd name="T0" fmla="*/ 155 w 183"/>
                <a:gd name="T1" fmla="*/ 118 h 184"/>
                <a:gd name="T2" fmla="*/ 139 w 183"/>
                <a:gd name="T3" fmla="*/ 116 h 184"/>
                <a:gd name="T4" fmla="*/ 126 w 183"/>
                <a:gd name="T5" fmla="*/ 130 h 184"/>
                <a:gd name="T6" fmla="*/ 112 w 183"/>
                <a:gd name="T7" fmla="*/ 116 h 184"/>
                <a:gd name="T8" fmla="*/ 97 w 183"/>
                <a:gd name="T9" fmla="*/ 121 h 184"/>
                <a:gd name="T10" fmla="*/ 64 w 183"/>
                <a:gd name="T11" fmla="*/ 88 h 184"/>
                <a:gd name="T12" fmla="*/ 69 w 183"/>
                <a:gd name="T13" fmla="*/ 72 h 184"/>
                <a:gd name="T14" fmla="*/ 54 w 183"/>
                <a:gd name="T15" fmla="*/ 58 h 184"/>
                <a:gd name="T16" fmla="*/ 69 w 183"/>
                <a:gd name="T17" fmla="*/ 44 h 184"/>
                <a:gd name="T18" fmla="*/ 67 w 183"/>
                <a:gd name="T19" fmla="*/ 28 h 184"/>
                <a:gd name="T20" fmla="*/ 45 w 183"/>
                <a:gd name="T21" fmla="*/ 5 h 184"/>
                <a:gd name="T22" fmla="*/ 29 w 183"/>
                <a:gd name="T23" fmla="*/ 4 h 184"/>
                <a:gd name="T24" fmla="*/ 12 w 183"/>
                <a:gd name="T25" fmla="*/ 21 h 184"/>
                <a:gd name="T26" fmla="*/ 10 w 183"/>
                <a:gd name="T27" fmla="*/ 63 h 184"/>
                <a:gd name="T28" fmla="*/ 121 w 183"/>
                <a:gd name="T29" fmla="*/ 174 h 184"/>
                <a:gd name="T30" fmla="*/ 163 w 183"/>
                <a:gd name="T31" fmla="*/ 172 h 184"/>
                <a:gd name="T32" fmla="*/ 179 w 183"/>
                <a:gd name="T33" fmla="*/ 156 h 184"/>
                <a:gd name="T34" fmla="*/ 178 w 183"/>
                <a:gd name="T35" fmla="*/ 141 h 184"/>
                <a:gd name="T36" fmla="*/ 155 w 183"/>
                <a:gd name="T37" fmla="*/ 11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3" h="184">
                  <a:moveTo>
                    <a:pt x="155" y="118"/>
                  </a:moveTo>
                  <a:cubicBezTo>
                    <a:pt x="150" y="113"/>
                    <a:pt x="143" y="112"/>
                    <a:pt x="139" y="116"/>
                  </a:cubicBezTo>
                  <a:cubicBezTo>
                    <a:pt x="126" y="130"/>
                    <a:pt x="126" y="130"/>
                    <a:pt x="126" y="130"/>
                  </a:cubicBezTo>
                  <a:cubicBezTo>
                    <a:pt x="112" y="116"/>
                    <a:pt x="112" y="116"/>
                    <a:pt x="112" y="116"/>
                  </a:cubicBezTo>
                  <a:cubicBezTo>
                    <a:pt x="108" y="119"/>
                    <a:pt x="103" y="121"/>
                    <a:pt x="97" y="121"/>
                  </a:cubicBezTo>
                  <a:cubicBezTo>
                    <a:pt x="79" y="121"/>
                    <a:pt x="64" y="106"/>
                    <a:pt x="64" y="88"/>
                  </a:cubicBezTo>
                  <a:cubicBezTo>
                    <a:pt x="64" y="82"/>
                    <a:pt x="66" y="77"/>
                    <a:pt x="69" y="72"/>
                  </a:cubicBezTo>
                  <a:cubicBezTo>
                    <a:pt x="54" y="58"/>
                    <a:pt x="54" y="58"/>
                    <a:pt x="54" y="58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73" y="40"/>
                    <a:pt x="72" y="33"/>
                    <a:pt x="67" y="28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0" y="0"/>
                    <a:pt x="33" y="0"/>
                    <a:pt x="29" y="4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" y="32"/>
                    <a:pt x="0" y="48"/>
                    <a:pt x="10" y="63"/>
                  </a:cubicBezTo>
                  <a:cubicBezTo>
                    <a:pt x="43" y="114"/>
                    <a:pt x="71" y="142"/>
                    <a:pt x="121" y="174"/>
                  </a:cubicBezTo>
                  <a:cubicBezTo>
                    <a:pt x="136" y="184"/>
                    <a:pt x="152" y="183"/>
                    <a:pt x="163" y="172"/>
                  </a:cubicBezTo>
                  <a:cubicBezTo>
                    <a:pt x="179" y="156"/>
                    <a:pt x="179" y="156"/>
                    <a:pt x="179" y="156"/>
                  </a:cubicBezTo>
                  <a:cubicBezTo>
                    <a:pt x="183" y="152"/>
                    <a:pt x="183" y="145"/>
                    <a:pt x="178" y="141"/>
                  </a:cubicBezTo>
                  <a:lnTo>
                    <a:pt x="155" y="11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232"/>
            <p:cNvSpPr>
              <a:spLocks noEditPoints="1"/>
            </p:cNvSpPr>
            <p:nvPr/>
          </p:nvSpPr>
          <p:spPr bwMode="auto">
            <a:xfrm>
              <a:off x="10916288" y="3699175"/>
              <a:ext cx="180900" cy="178975"/>
            </a:xfrm>
            <a:custGeom>
              <a:avLst/>
              <a:gdLst>
                <a:gd name="T0" fmla="*/ 100 w 119"/>
                <a:gd name="T1" fmla="*/ 33 h 118"/>
                <a:gd name="T2" fmla="*/ 70 w 119"/>
                <a:gd name="T3" fmla="*/ 12 h 118"/>
                <a:gd name="T4" fmla="*/ 33 w 119"/>
                <a:gd name="T5" fmla="*/ 18 h 118"/>
                <a:gd name="T6" fmla="*/ 12 w 119"/>
                <a:gd name="T7" fmla="*/ 49 h 118"/>
                <a:gd name="T8" fmla="*/ 19 w 119"/>
                <a:gd name="T9" fmla="*/ 85 h 118"/>
                <a:gd name="T10" fmla="*/ 49 w 119"/>
                <a:gd name="T11" fmla="*/ 106 h 118"/>
                <a:gd name="T12" fmla="*/ 85 w 119"/>
                <a:gd name="T13" fmla="*/ 100 h 118"/>
                <a:gd name="T14" fmla="*/ 107 w 119"/>
                <a:gd name="T15" fmla="*/ 69 h 118"/>
                <a:gd name="T16" fmla="*/ 94 w 119"/>
                <a:gd name="T17" fmla="*/ 62 h 118"/>
                <a:gd name="T18" fmla="*/ 93 w 119"/>
                <a:gd name="T19" fmla="*/ 66 h 118"/>
                <a:gd name="T20" fmla="*/ 90 w 119"/>
                <a:gd name="T21" fmla="*/ 75 h 118"/>
                <a:gd name="T22" fmla="*/ 89 w 119"/>
                <a:gd name="T23" fmla="*/ 77 h 118"/>
                <a:gd name="T24" fmla="*/ 86 w 119"/>
                <a:gd name="T25" fmla="*/ 82 h 118"/>
                <a:gd name="T26" fmla="*/ 81 w 119"/>
                <a:gd name="T27" fmla="*/ 86 h 118"/>
                <a:gd name="T28" fmla="*/ 77 w 119"/>
                <a:gd name="T29" fmla="*/ 89 h 118"/>
                <a:gd name="T30" fmla="*/ 68 w 119"/>
                <a:gd name="T31" fmla="*/ 93 h 118"/>
                <a:gd name="T32" fmla="*/ 65 w 119"/>
                <a:gd name="T33" fmla="*/ 93 h 118"/>
                <a:gd name="T34" fmla="*/ 61 w 119"/>
                <a:gd name="T35" fmla="*/ 94 h 118"/>
                <a:gd name="T36" fmla="*/ 57 w 119"/>
                <a:gd name="T37" fmla="*/ 94 h 118"/>
                <a:gd name="T38" fmla="*/ 54 w 119"/>
                <a:gd name="T39" fmla="*/ 93 h 118"/>
                <a:gd name="T40" fmla="*/ 51 w 119"/>
                <a:gd name="T41" fmla="*/ 93 h 118"/>
                <a:gd name="T42" fmla="*/ 42 w 119"/>
                <a:gd name="T43" fmla="*/ 89 h 118"/>
                <a:gd name="T44" fmla="*/ 38 w 119"/>
                <a:gd name="T45" fmla="*/ 86 h 118"/>
                <a:gd name="T46" fmla="*/ 33 w 119"/>
                <a:gd name="T47" fmla="*/ 82 h 118"/>
                <a:gd name="T48" fmla="*/ 30 w 119"/>
                <a:gd name="T49" fmla="*/ 77 h 118"/>
                <a:gd name="T50" fmla="*/ 26 w 119"/>
                <a:gd name="T51" fmla="*/ 68 h 118"/>
                <a:gd name="T52" fmla="*/ 25 w 119"/>
                <a:gd name="T53" fmla="*/ 64 h 118"/>
                <a:gd name="T54" fmla="*/ 25 w 119"/>
                <a:gd name="T55" fmla="*/ 61 h 118"/>
                <a:gd name="T56" fmla="*/ 25 w 119"/>
                <a:gd name="T57" fmla="*/ 57 h 118"/>
                <a:gd name="T58" fmla="*/ 25 w 119"/>
                <a:gd name="T59" fmla="*/ 53 h 118"/>
                <a:gd name="T60" fmla="*/ 26 w 119"/>
                <a:gd name="T61" fmla="*/ 50 h 118"/>
                <a:gd name="T62" fmla="*/ 29 w 119"/>
                <a:gd name="T63" fmla="*/ 41 h 118"/>
                <a:gd name="T64" fmla="*/ 32 w 119"/>
                <a:gd name="T65" fmla="*/ 37 h 118"/>
                <a:gd name="T66" fmla="*/ 37 w 119"/>
                <a:gd name="T67" fmla="*/ 33 h 118"/>
                <a:gd name="T68" fmla="*/ 41 w 119"/>
                <a:gd name="T69" fmla="*/ 29 h 118"/>
                <a:gd name="T70" fmla="*/ 49 w 119"/>
                <a:gd name="T71" fmla="*/ 26 h 118"/>
                <a:gd name="T72" fmla="*/ 53 w 119"/>
                <a:gd name="T73" fmla="*/ 25 h 118"/>
                <a:gd name="T74" fmla="*/ 56 w 119"/>
                <a:gd name="T75" fmla="*/ 24 h 118"/>
                <a:gd name="T76" fmla="*/ 61 w 119"/>
                <a:gd name="T77" fmla="*/ 24 h 118"/>
                <a:gd name="T78" fmla="*/ 65 w 119"/>
                <a:gd name="T79" fmla="*/ 25 h 118"/>
                <a:gd name="T80" fmla="*/ 68 w 119"/>
                <a:gd name="T81" fmla="*/ 25 h 118"/>
                <a:gd name="T82" fmla="*/ 76 w 119"/>
                <a:gd name="T83" fmla="*/ 28 h 118"/>
                <a:gd name="T84" fmla="*/ 78 w 119"/>
                <a:gd name="T85" fmla="*/ 30 h 118"/>
                <a:gd name="T86" fmla="*/ 82 w 119"/>
                <a:gd name="T87" fmla="*/ 33 h 118"/>
                <a:gd name="T88" fmla="*/ 87 w 119"/>
                <a:gd name="T89" fmla="*/ 37 h 118"/>
                <a:gd name="T90" fmla="*/ 90 w 119"/>
                <a:gd name="T91" fmla="*/ 42 h 118"/>
                <a:gd name="T92" fmla="*/ 93 w 119"/>
                <a:gd name="T93" fmla="*/ 51 h 118"/>
                <a:gd name="T94" fmla="*/ 94 w 119"/>
                <a:gd name="T95" fmla="*/ 54 h 118"/>
                <a:gd name="T96" fmla="*/ 94 w 119"/>
                <a:gd name="T97" fmla="*/ 5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9" h="118">
                  <a:moveTo>
                    <a:pt x="119" y="69"/>
                  </a:moveTo>
                  <a:cubicBezTo>
                    <a:pt x="119" y="49"/>
                    <a:pt x="119" y="49"/>
                    <a:pt x="119" y="49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5" y="43"/>
                    <a:pt x="103" y="38"/>
                    <a:pt x="100" y="33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1" y="15"/>
                    <a:pt x="75" y="13"/>
                    <a:pt x="70" y="12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3" y="13"/>
                    <a:pt x="38" y="15"/>
                    <a:pt x="33" y="18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8"/>
                    <a:pt x="13" y="43"/>
                    <a:pt x="12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13" y="75"/>
                    <a:pt x="16" y="80"/>
                    <a:pt x="19" y="85"/>
                  </a:cubicBezTo>
                  <a:cubicBezTo>
                    <a:pt x="10" y="94"/>
                    <a:pt x="10" y="94"/>
                    <a:pt x="10" y="94"/>
                  </a:cubicBezTo>
                  <a:cubicBezTo>
                    <a:pt x="25" y="108"/>
                    <a:pt x="25" y="108"/>
                    <a:pt x="25" y="108"/>
                  </a:cubicBezTo>
                  <a:cubicBezTo>
                    <a:pt x="33" y="100"/>
                    <a:pt x="33" y="100"/>
                    <a:pt x="33" y="100"/>
                  </a:cubicBezTo>
                  <a:cubicBezTo>
                    <a:pt x="38" y="103"/>
                    <a:pt x="43" y="105"/>
                    <a:pt x="49" y="106"/>
                  </a:cubicBezTo>
                  <a:cubicBezTo>
                    <a:pt x="49" y="118"/>
                    <a:pt x="49" y="118"/>
                    <a:pt x="49" y="118"/>
                  </a:cubicBezTo>
                  <a:cubicBezTo>
                    <a:pt x="70" y="118"/>
                    <a:pt x="70" y="118"/>
                    <a:pt x="70" y="118"/>
                  </a:cubicBezTo>
                  <a:cubicBezTo>
                    <a:pt x="70" y="106"/>
                    <a:pt x="70" y="106"/>
                    <a:pt x="70" y="106"/>
                  </a:cubicBezTo>
                  <a:cubicBezTo>
                    <a:pt x="75" y="105"/>
                    <a:pt x="81" y="103"/>
                    <a:pt x="85" y="100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109" y="94"/>
                    <a:pt x="109" y="94"/>
                    <a:pt x="109" y="94"/>
                  </a:cubicBezTo>
                  <a:cubicBezTo>
                    <a:pt x="100" y="85"/>
                    <a:pt x="100" y="85"/>
                    <a:pt x="100" y="85"/>
                  </a:cubicBezTo>
                  <a:cubicBezTo>
                    <a:pt x="103" y="80"/>
                    <a:pt x="105" y="75"/>
                    <a:pt x="107" y="69"/>
                  </a:cubicBezTo>
                  <a:lnTo>
                    <a:pt x="119" y="69"/>
                  </a:lnTo>
                  <a:close/>
                  <a:moveTo>
                    <a:pt x="94" y="61"/>
                  </a:moveTo>
                  <a:cubicBezTo>
                    <a:pt x="94" y="61"/>
                    <a:pt x="94" y="61"/>
                    <a:pt x="94" y="61"/>
                  </a:cubicBezTo>
                  <a:cubicBezTo>
                    <a:pt x="94" y="61"/>
                    <a:pt x="94" y="62"/>
                    <a:pt x="94" y="62"/>
                  </a:cubicBezTo>
                  <a:cubicBezTo>
                    <a:pt x="94" y="62"/>
                    <a:pt x="94" y="63"/>
                    <a:pt x="94" y="63"/>
                  </a:cubicBezTo>
                  <a:cubicBezTo>
                    <a:pt x="94" y="63"/>
                    <a:pt x="94" y="64"/>
                    <a:pt x="94" y="6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4" y="65"/>
                    <a:pt x="94" y="65"/>
                    <a:pt x="93" y="66"/>
                  </a:cubicBezTo>
                  <a:cubicBezTo>
                    <a:pt x="93" y="66"/>
                    <a:pt x="93" y="66"/>
                    <a:pt x="93" y="66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3" y="67"/>
                    <a:pt x="93" y="68"/>
                    <a:pt x="93" y="68"/>
                  </a:cubicBezTo>
                  <a:cubicBezTo>
                    <a:pt x="92" y="70"/>
                    <a:pt x="91" y="73"/>
                    <a:pt x="90" y="75"/>
                  </a:cubicBezTo>
                  <a:cubicBezTo>
                    <a:pt x="90" y="75"/>
                    <a:pt x="90" y="76"/>
                    <a:pt x="90" y="76"/>
                  </a:cubicBezTo>
                  <a:cubicBezTo>
                    <a:pt x="90" y="76"/>
                    <a:pt x="90" y="76"/>
                    <a:pt x="89" y="76"/>
                  </a:cubicBezTo>
                  <a:cubicBezTo>
                    <a:pt x="89" y="77"/>
                    <a:pt x="89" y="77"/>
                    <a:pt x="89" y="77"/>
                  </a:cubicBezTo>
                  <a:cubicBezTo>
                    <a:pt x="89" y="77"/>
                    <a:pt x="89" y="77"/>
                    <a:pt x="89" y="77"/>
                  </a:cubicBezTo>
                  <a:cubicBezTo>
                    <a:pt x="88" y="79"/>
                    <a:pt x="87" y="80"/>
                    <a:pt x="87" y="81"/>
                  </a:cubicBezTo>
                  <a:cubicBezTo>
                    <a:pt x="87" y="81"/>
                    <a:pt x="87" y="81"/>
                    <a:pt x="87" y="81"/>
                  </a:cubicBezTo>
                  <a:cubicBezTo>
                    <a:pt x="86" y="81"/>
                    <a:pt x="86" y="81"/>
                    <a:pt x="86" y="82"/>
                  </a:cubicBezTo>
                  <a:cubicBezTo>
                    <a:pt x="86" y="82"/>
                    <a:pt x="86" y="82"/>
                    <a:pt x="86" y="82"/>
                  </a:cubicBezTo>
                  <a:cubicBezTo>
                    <a:pt x="85" y="83"/>
                    <a:pt x="83" y="84"/>
                    <a:pt x="82" y="85"/>
                  </a:cubicBezTo>
                  <a:cubicBezTo>
                    <a:pt x="82" y="85"/>
                    <a:pt x="82" y="85"/>
                    <a:pt x="82" y="85"/>
                  </a:cubicBezTo>
                  <a:cubicBezTo>
                    <a:pt x="82" y="86"/>
                    <a:pt x="81" y="86"/>
                    <a:pt x="81" y="86"/>
                  </a:cubicBezTo>
                  <a:cubicBezTo>
                    <a:pt x="81" y="86"/>
                    <a:pt x="81" y="86"/>
                    <a:pt x="81" y="86"/>
                  </a:cubicBezTo>
                  <a:cubicBezTo>
                    <a:pt x="80" y="87"/>
                    <a:pt x="79" y="88"/>
                    <a:pt x="78" y="88"/>
                  </a:cubicBezTo>
                  <a:cubicBezTo>
                    <a:pt x="78" y="88"/>
                    <a:pt x="78" y="88"/>
                    <a:pt x="78" y="88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6" y="89"/>
                    <a:pt x="76" y="90"/>
                    <a:pt x="76" y="90"/>
                  </a:cubicBezTo>
                  <a:cubicBezTo>
                    <a:pt x="74" y="91"/>
                    <a:pt x="72" y="91"/>
                    <a:pt x="70" y="92"/>
                  </a:cubicBezTo>
                  <a:cubicBezTo>
                    <a:pt x="70" y="92"/>
                    <a:pt x="70" y="92"/>
                    <a:pt x="70" y="92"/>
                  </a:cubicBezTo>
                  <a:cubicBezTo>
                    <a:pt x="69" y="92"/>
                    <a:pt x="69" y="92"/>
                    <a:pt x="68" y="93"/>
                  </a:cubicBezTo>
                  <a:cubicBezTo>
                    <a:pt x="68" y="93"/>
                    <a:pt x="68" y="93"/>
                    <a:pt x="68" y="93"/>
                  </a:cubicBezTo>
                  <a:cubicBezTo>
                    <a:pt x="67" y="93"/>
                    <a:pt x="67" y="93"/>
                    <a:pt x="67" y="93"/>
                  </a:cubicBezTo>
                  <a:cubicBezTo>
                    <a:pt x="66" y="93"/>
                    <a:pt x="66" y="93"/>
                    <a:pt x="66" y="93"/>
                  </a:cubicBezTo>
                  <a:cubicBezTo>
                    <a:pt x="66" y="93"/>
                    <a:pt x="65" y="93"/>
                    <a:pt x="65" y="93"/>
                  </a:cubicBezTo>
                  <a:cubicBezTo>
                    <a:pt x="65" y="93"/>
                    <a:pt x="65" y="93"/>
                    <a:pt x="65" y="93"/>
                  </a:cubicBezTo>
                  <a:cubicBezTo>
                    <a:pt x="64" y="93"/>
                    <a:pt x="64" y="93"/>
                    <a:pt x="63" y="94"/>
                  </a:cubicBezTo>
                  <a:cubicBezTo>
                    <a:pt x="63" y="94"/>
                    <a:pt x="63" y="94"/>
                    <a:pt x="63" y="94"/>
                  </a:cubicBezTo>
                  <a:cubicBezTo>
                    <a:pt x="62" y="94"/>
                    <a:pt x="62" y="94"/>
                    <a:pt x="61" y="94"/>
                  </a:cubicBezTo>
                  <a:cubicBezTo>
                    <a:pt x="61" y="94"/>
                    <a:pt x="61" y="94"/>
                    <a:pt x="61" y="94"/>
                  </a:cubicBezTo>
                  <a:cubicBezTo>
                    <a:pt x="60" y="94"/>
                    <a:pt x="60" y="94"/>
                    <a:pt x="59" y="94"/>
                  </a:cubicBezTo>
                  <a:cubicBezTo>
                    <a:pt x="59" y="94"/>
                    <a:pt x="58" y="94"/>
                    <a:pt x="58" y="94"/>
                  </a:cubicBezTo>
                  <a:cubicBezTo>
                    <a:pt x="58" y="94"/>
                    <a:pt x="57" y="94"/>
                    <a:pt x="57" y="94"/>
                  </a:cubicBezTo>
                  <a:cubicBezTo>
                    <a:pt x="57" y="94"/>
                    <a:pt x="57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5" y="93"/>
                    <a:pt x="55" y="93"/>
                    <a:pt x="54" y="93"/>
                  </a:cubicBezTo>
                  <a:cubicBezTo>
                    <a:pt x="54" y="93"/>
                    <a:pt x="54" y="93"/>
                    <a:pt x="54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2" y="93"/>
                    <a:pt x="52" y="93"/>
                    <a:pt x="52" y="93"/>
                  </a:cubicBezTo>
                  <a:cubicBezTo>
                    <a:pt x="52" y="93"/>
                    <a:pt x="51" y="93"/>
                    <a:pt x="51" y="93"/>
                  </a:cubicBezTo>
                  <a:cubicBezTo>
                    <a:pt x="51" y="93"/>
                    <a:pt x="51" y="93"/>
                    <a:pt x="51" y="93"/>
                  </a:cubicBezTo>
                  <a:cubicBezTo>
                    <a:pt x="50" y="92"/>
                    <a:pt x="50" y="92"/>
                    <a:pt x="49" y="92"/>
                  </a:cubicBezTo>
                  <a:cubicBezTo>
                    <a:pt x="47" y="91"/>
                    <a:pt x="45" y="91"/>
                    <a:pt x="43" y="90"/>
                  </a:cubicBezTo>
                  <a:cubicBezTo>
                    <a:pt x="43" y="90"/>
                    <a:pt x="42" y="89"/>
                    <a:pt x="42" y="89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89"/>
                    <a:pt x="41" y="89"/>
                    <a:pt x="41" y="88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0" y="88"/>
                    <a:pt x="39" y="87"/>
                    <a:pt x="38" y="86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7" y="86"/>
                    <a:pt x="37" y="86"/>
                    <a:pt x="37" y="85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5" y="84"/>
                    <a:pt x="34" y="83"/>
                    <a:pt x="33" y="82"/>
                  </a:cubicBezTo>
                  <a:cubicBezTo>
                    <a:pt x="33" y="82"/>
                    <a:pt x="33" y="82"/>
                    <a:pt x="33" y="82"/>
                  </a:cubicBezTo>
                  <a:cubicBezTo>
                    <a:pt x="33" y="81"/>
                    <a:pt x="32" y="81"/>
                    <a:pt x="32" y="81"/>
                  </a:cubicBezTo>
                  <a:cubicBezTo>
                    <a:pt x="32" y="81"/>
                    <a:pt x="32" y="81"/>
                    <a:pt x="32" y="81"/>
                  </a:cubicBezTo>
                  <a:cubicBezTo>
                    <a:pt x="31" y="80"/>
                    <a:pt x="31" y="79"/>
                    <a:pt x="30" y="77"/>
                  </a:cubicBezTo>
                  <a:cubicBezTo>
                    <a:pt x="30" y="77"/>
                    <a:pt x="30" y="77"/>
                    <a:pt x="30" y="77"/>
                  </a:cubicBezTo>
                  <a:cubicBezTo>
                    <a:pt x="30" y="77"/>
                    <a:pt x="30" y="77"/>
                    <a:pt x="29" y="76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29" y="76"/>
                    <a:pt x="29" y="75"/>
                    <a:pt x="29" y="75"/>
                  </a:cubicBezTo>
                  <a:cubicBezTo>
                    <a:pt x="27" y="73"/>
                    <a:pt x="26" y="70"/>
                    <a:pt x="26" y="68"/>
                  </a:cubicBezTo>
                  <a:cubicBezTo>
                    <a:pt x="26" y="68"/>
                    <a:pt x="26" y="67"/>
                    <a:pt x="26" y="67"/>
                  </a:cubicBezTo>
                  <a:cubicBezTo>
                    <a:pt x="26" y="67"/>
                    <a:pt x="25" y="67"/>
                    <a:pt x="25" y="66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5" y="65"/>
                    <a:pt x="25" y="65"/>
                    <a:pt x="25" y="64"/>
                  </a:cubicBezTo>
                  <a:cubicBezTo>
                    <a:pt x="25" y="64"/>
                    <a:pt x="25" y="64"/>
                    <a:pt x="25" y="64"/>
                  </a:cubicBezTo>
                  <a:cubicBezTo>
                    <a:pt x="25" y="64"/>
                    <a:pt x="25" y="63"/>
                    <a:pt x="25" y="63"/>
                  </a:cubicBezTo>
                  <a:cubicBezTo>
                    <a:pt x="25" y="63"/>
                    <a:pt x="25" y="62"/>
                    <a:pt x="25" y="62"/>
                  </a:cubicBezTo>
                  <a:cubicBezTo>
                    <a:pt x="25" y="62"/>
                    <a:pt x="25" y="61"/>
                    <a:pt x="25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0"/>
                    <a:pt x="25" y="59"/>
                    <a:pt x="25" y="59"/>
                  </a:cubicBezTo>
                  <a:cubicBezTo>
                    <a:pt x="25" y="58"/>
                    <a:pt x="25" y="58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5"/>
                    <a:pt x="25" y="55"/>
                  </a:cubicBezTo>
                  <a:cubicBezTo>
                    <a:pt x="25" y="55"/>
                    <a:pt x="25" y="54"/>
                    <a:pt x="25" y="54"/>
                  </a:cubicBezTo>
                  <a:cubicBezTo>
                    <a:pt x="25" y="54"/>
                    <a:pt x="25" y="54"/>
                    <a:pt x="25" y="53"/>
                  </a:cubicBezTo>
                  <a:cubicBezTo>
                    <a:pt x="25" y="53"/>
                    <a:pt x="25" y="53"/>
                    <a:pt x="25" y="52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25" y="51"/>
                    <a:pt x="26" y="51"/>
                    <a:pt x="26" y="51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6" y="49"/>
                    <a:pt x="26" y="49"/>
                  </a:cubicBezTo>
                  <a:cubicBezTo>
                    <a:pt x="27" y="47"/>
                    <a:pt x="28" y="45"/>
                    <a:pt x="29" y="43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39"/>
                    <a:pt x="31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3" y="37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4" y="35"/>
                    <a:pt x="35" y="34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2"/>
                    <a:pt x="37" y="32"/>
                    <a:pt x="38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40" y="30"/>
                    <a:pt x="41" y="30"/>
                  </a:cubicBezTo>
                  <a:cubicBezTo>
                    <a:pt x="41" y="30"/>
                    <a:pt x="41" y="29"/>
                    <a:pt x="41" y="29"/>
                  </a:cubicBezTo>
                  <a:cubicBezTo>
                    <a:pt x="41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3" y="28"/>
                    <a:pt x="43" y="28"/>
                  </a:cubicBezTo>
                  <a:cubicBezTo>
                    <a:pt x="45" y="27"/>
                    <a:pt x="47" y="26"/>
                    <a:pt x="49" y="26"/>
                  </a:cubicBezTo>
                  <a:cubicBezTo>
                    <a:pt x="50" y="26"/>
                    <a:pt x="50" y="25"/>
                    <a:pt x="51" y="25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1" y="25"/>
                    <a:pt x="52" y="25"/>
                    <a:pt x="52" y="25"/>
                  </a:cubicBezTo>
                  <a:cubicBezTo>
                    <a:pt x="52" y="25"/>
                    <a:pt x="52" y="25"/>
                    <a:pt x="53" y="25"/>
                  </a:cubicBezTo>
                  <a:cubicBezTo>
                    <a:pt x="53" y="25"/>
                    <a:pt x="53" y="25"/>
                    <a:pt x="54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5" y="24"/>
                    <a:pt x="55" y="24"/>
                    <a:pt x="56" y="24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7" y="24"/>
                    <a:pt x="57" y="24"/>
                    <a:pt x="57" y="24"/>
                  </a:cubicBezTo>
                  <a:cubicBezTo>
                    <a:pt x="57" y="24"/>
                    <a:pt x="58" y="24"/>
                    <a:pt x="58" y="24"/>
                  </a:cubicBezTo>
                  <a:cubicBezTo>
                    <a:pt x="58" y="24"/>
                    <a:pt x="59" y="24"/>
                    <a:pt x="59" y="24"/>
                  </a:cubicBezTo>
                  <a:cubicBezTo>
                    <a:pt x="60" y="24"/>
                    <a:pt x="60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2" y="24"/>
                    <a:pt x="62" y="24"/>
                    <a:pt x="63" y="24"/>
                  </a:cubicBezTo>
                  <a:cubicBezTo>
                    <a:pt x="63" y="24"/>
                    <a:pt x="63" y="24"/>
                    <a:pt x="63" y="24"/>
                  </a:cubicBezTo>
                  <a:cubicBezTo>
                    <a:pt x="64" y="24"/>
                    <a:pt x="64" y="24"/>
                    <a:pt x="65" y="25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5" y="25"/>
                    <a:pt x="66" y="25"/>
                    <a:pt x="66" y="25"/>
                  </a:cubicBezTo>
                  <a:cubicBezTo>
                    <a:pt x="66" y="25"/>
                    <a:pt x="66" y="25"/>
                    <a:pt x="67" y="25"/>
                  </a:cubicBezTo>
                  <a:cubicBezTo>
                    <a:pt x="67" y="25"/>
                    <a:pt x="67" y="25"/>
                    <a:pt x="68" y="25"/>
                  </a:cubicBezTo>
                  <a:cubicBezTo>
                    <a:pt x="68" y="25"/>
                    <a:pt x="68" y="25"/>
                    <a:pt x="68" y="25"/>
                  </a:cubicBezTo>
                  <a:cubicBezTo>
                    <a:pt x="69" y="25"/>
                    <a:pt x="69" y="26"/>
                    <a:pt x="70" y="26"/>
                  </a:cubicBezTo>
                  <a:cubicBezTo>
                    <a:pt x="70" y="26"/>
                    <a:pt x="70" y="26"/>
                    <a:pt x="70" y="26"/>
                  </a:cubicBezTo>
                  <a:cubicBezTo>
                    <a:pt x="72" y="26"/>
                    <a:pt x="74" y="27"/>
                    <a:pt x="76" y="28"/>
                  </a:cubicBezTo>
                  <a:cubicBezTo>
                    <a:pt x="76" y="28"/>
                    <a:pt x="76" y="29"/>
                    <a:pt x="77" y="29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7" y="29"/>
                    <a:pt x="77" y="29"/>
                    <a:pt x="78" y="29"/>
                  </a:cubicBezTo>
                  <a:cubicBezTo>
                    <a:pt x="78" y="29"/>
                    <a:pt x="78" y="30"/>
                    <a:pt x="78" y="30"/>
                  </a:cubicBezTo>
                  <a:cubicBezTo>
                    <a:pt x="79" y="30"/>
                    <a:pt x="80" y="31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2" y="32"/>
                    <a:pt x="82" y="33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3" y="34"/>
                    <a:pt x="85" y="35"/>
                    <a:pt x="86" y="36"/>
                  </a:cubicBezTo>
                  <a:cubicBezTo>
                    <a:pt x="86" y="36"/>
                    <a:pt x="86" y="36"/>
                    <a:pt x="86" y="36"/>
                  </a:cubicBezTo>
                  <a:cubicBezTo>
                    <a:pt x="86" y="37"/>
                    <a:pt x="86" y="37"/>
                    <a:pt x="87" y="37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7" y="38"/>
                    <a:pt x="88" y="39"/>
                    <a:pt x="89" y="40"/>
                  </a:cubicBezTo>
                  <a:cubicBezTo>
                    <a:pt x="89" y="40"/>
                    <a:pt x="89" y="40"/>
                    <a:pt x="89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0" y="42"/>
                    <a:pt x="90" y="42"/>
                    <a:pt x="90" y="43"/>
                  </a:cubicBezTo>
                  <a:cubicBezTo>
                    <a:pt x="91" y="45"/>
                    <a:pt x="92" y="47"/>
                    <a:pt x="93" y="49"/>
                  </a:cubicBezTo>
                  <a:cubicBezTo>
                    <a:pt x="93" y="49"/>
                    <a:pt x="93" y="50"/>
                    <a:pt x="93" y="50"/>
                  </a:cubicBezTo>
                  <a:cubicBezTo>
                    <a:pt x="93" y="50"/>
                    <a:pt x="93" y="50"/>
                    <a:pt x="93" y="51"/>
                  </a:cubicBezTo>
                  <a:cubicBezTo>
                    <a:pt x="93" y="51"/>
                    <a:pt x="93" y="51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4"/>
                    <a:pt x="94" y="55"/>
                    <a:pt x="94" y="55"/>
                  </a:cubicBezTo>
                  <a:cubicBezTo>
                    <a:pt x="94" y="55"/>
                    <a:pt x="94" y="56"/>
                    <a:pt x="94" y="56"/>
                  </a:cubicBezTo>
                  <a:cubicBezTo>
                    <a:pt x="94" y="56"/>
                    <a:pt x="94" y="56"/>
                    <a:pt x="94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4" y="58"/>
                    <a:pt x="94" y="58"/>
                    <a:pt x="94" y="59"/>
                  </a:cubicBezTo>
                  <a:cubicBezTo>
                    <a:pt x="94" y="59"/>
                    <a:pt x="94" y="60"/>
                    <a:pt x="94" y="6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33"/>
            <p:cNvSpPr/>
            <p:nvPr/>
          </p:nvSpPr>
          <p:spPr bwMode="auto">
            <a:xfrm>
              <a:off x="10977230" y="3758192"/>
              <a:ext cx="59017" cy="60300"/>
            </a:xfrm>
            <a:custGeom>
              <a:avLst/>
              <a:gdLst>
                <a:gd name="T0" fmla="*/ 59 w 92"/>
                <a:gd name="T1" fmla="*/ 0 h 94"/>
                <a:gd name="T2" fmla="*/ 31 w 92"/>
                <a:gd name="T3" fmla="*/ 0 h 94"/>
                <a:gd name="T4" fmla="*/ 31 w 92"/>
                <a:gd name="T5" fmla="*/ 33 h 94"/>
                <a:gd name="T6" fmla="*/ 0 w 92"/>
                <a:gd name="T7" fmla="*/ 33 h 94"/>
                <a:gd name="T8" fmla="*/ 0 w 92"/>
                <a:gd name="T9" fmla="*/ 61 h 94"/>
                <a:gd name="T10" fmla="*/ 31 w 92"/>
                <a:gd name="T11" fmla="*/ 61 h 94"/>
                <a:gd name="T12" fmla="*/ 31 w 92"/>
                <a:gd name="T13" fmla="*/ 94 h 94"/>
                <a:gd name="T14" fmla="*/ 59 w 92"/>
                <a:gd name="T15" fmla="*/ 94 h 94"/>
                <a:gd name="T16" fmla="*/ 59 w 92"/>
                <a:gd name="T17" fmla="*/ 61 h 94"/>
                <a:gd name="T18" fmla="*/ 92 w 92"/>
                <a:gd name="T19" fmla="*/ 61 h 94"/>
                <a:gd name="T20" fmla="*/ 92 w 92"/>
                <a:gd name="T21" fmla="*/ 33 h 94"/>
                <a:gd name="T22" fmla="*/ 59 w 92"/>
                <a:gd name="T23" fmla="*/ 33 h 94"/>
                <a:gd name="T24" fmla="*/ 59 w 92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" h="94">
                  <a:moveTo>
                    <a:pt x="59" y="0"/>
                  </a:moveTo>
                  <a:lnTo>
                    <a:pt x="31" y="0"/>
                  </a:lnTo>
                  <a:lnTo>
                    <a:pt x="31" y="33"/>
                  </a:lnTo>
                  <a:lnTo>
                    <a:pt x="0" y="33"/>
                  </a:lnTo>
                  <a:lnTo>
                    <a:pt x="0" y="61"/>
                  </a:lnTo>
                  <a:lnTo>
                    <a:pt x="31" y="61"/>
                  </a:lnTo>
                  <a:lnTo>
                    <a:pt x="31" y="94"/>
                  </a:lnTo>
                  <a:lnTo>
                    <a:pt x="59" y="94"/>
                  </a:lnTo>
                  <a:lnTo>
                    <a:pt x="59" y="61"/>
                  </a:lnTo>
                  <a:lnTo>
                    <a:pt x="92" y="61"/>
                  </a:lnTo>
                  <a:lnTo>
                    <a:pt x="92" y="33"/>
                  </a:lnTo>
                  <a:lnTo>
                    <a:pt x="59" y="33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34"/>
            <p:cNvSpPr>
              <a:spLocks noEditPoints="1"/>
            </p:cNvSpPr>
            <p:nvPr/>
          </p:nvSpPr>
          <p:spPr bwMode="auto">
            <a:xfrm>
              <a:off x="9302943" y="3357903"/>
              <a:ext cx="382969" cy="298292"/>
            </a:xfrm>
            <a:custGeom>
              <a:avLst/>
              <a:gdLst>
                <a:gd name="T0" fmla="*/ 232 w 252"/>
                <a:gd name="T1" fmla="*/ 0 h 197"/>
                <a:gd name="T2" fmla="*/ 20 w 252"/>
                <a:gd name="T3" fmla="*/ 0 h 197"/>
                <a:gd name="T4" fmla="*/ 0 w 252"/>
                <a:gd name="T5" fmla="*/ 20 h 197"/>
                <a:gd name="T6" fmla="*/ 0 w 252"/>
                <a:gd name="T7" fmla="*/ 146 h 197"/>
                <a:gd name="T8" fmla="*/ 20 w 252"/>
                <a:gd name="T9" fmla="*/ 166 h 197"/>
                <a:gd name="T10" fmla="*/ 95 w 252"/>
                <a:gd name="T11" fmla="*/ 166 h 197"/>
                <a:gd name="T12" fmla="*/ 97 w 252"/>
                <a:gd name="T13" fmla="*/ 169 h 197"/>
                <a:gd name="T14" fmla="*/ 105 w 252"/>
                <a:gd name="T15" fmla="*/ 177 h 197"/>
                <a:gd name="T16" fmla="*/ 105 w 252"/>
                <a:gd name="T17" fmla="*/ 197 h 197"/>
                <a:gd name="T18" fmla="*/ 171 w 252"/>
                <a:gd name="T19" fmla="*/ 197 h 197"/>
                <a:gd name="T20" fmla="*/ 171 w 252"/>
                <a:gd name="T21" fmla="*/ 179 h 197"/>
                <a:gd name="T22" fmla="*/ 181 w 252"/>
                <a:gd name="T23" fmla="*/ 166 h 197"/>
                <a:gd name="T24" fmla="*/ 232 w 252"/>
                <a:gd name="T25" fmla="*/ 166 h 197"/>
                <a:gd name="T26" fmla="*/ 252 w 252"/>
                <a:gd name="T27" fmla="*/ 146 h 197"/>
                <a:gd name="T28" fmla="*/ 252 w 252"/>
                <a:gd name="T29" fmla="*/ 20 h 197"/>
                <a:gd name="T30" fmla="*/ 232 w 252"/>
                <a:gd name="T31" fmla="*/ 0 h 197"/>
                <a:gd name="T32" fmla="*/ 237 w 252"/>
                <a:gd name="T33" fmla="*/ 146 h 197"/>
                <a:gd name="T34" fmla="*/ 232 w 252"/>
                <a:gd name="T35" fmla="*/ 151 h 197"/>
                <a:gd name="T36" fmla="*/ 185 w 252"/>
                <a:gd name="T37" fmla="*/ 151 h 197"/>
                <a:gd name="T38" fmla="*/ 185 w 252"/>
                <a:gd name="T39" fmla="*/ 146 h 197"/>
                <a:gd name="T40" fmla="*/ 185 w 252"/>
                <a:gd name="T41" fmla="*/ 144 h 197"/>
                <a:gd name="T42" fmla="*/ 185 w 252"/>
                <a:gd name="T43" fmla="*/ 114 h 197"/>
                <a:gd name="T44" fmla="*/ 173 w 252"/>
                <a:gd name="T45" fmla="*/ 103 h 197"/>
                <a:gd name="T46" fmla="*/ 164 w 252"/>
                <a:gd name="T47" fmla="*/ 108 h 197"/>
                <a:gd name="T48" fmla="*/ 163 w 252"/>
                <a:gd name="T49" fmla="*/ 108 h 197"/>
                <a:gd name="T50" fmla="*/ 163 w 252"/>
                <a:gd name="T51" fmla="*/ 107 h 197"/>
                <a:gd name="T52" fmla="*/ 152 w 252"/>
                <a:gd name="T53" fmla="*/ 96 h 197"/>
                <a:gd name="T54" fmla="*/ 141 w 252"/>
                <a:gd name="T55" fmla="*/ 102 h 197"/>
                <a:gd name="T56" fmla="*/ 141 w 252"/>
                <a:gd name="T57" fmla="*/ 101 h 197"/>
                <a:gd name="T58" fmla="*/ 130 w 252"/>
                <a:gd name="T59" fmla="*/ 90 h 197"/>
                <a:gd name="T60" fmla="*/ 120 w 252"/>
                <a:gd name="T61" fmla="*/ 97 h 197"/>
                <a:gd name="T62" fmla="*/ 120 w 252"/>
                <a:gd name="T63" fmla="*/ 41 h 197"/>
                <a:gd name="T64" fmla="*/ 108 w 252"/>
                <a:gd name="T65" fmla="*/ 30 h 197"/>
                <a:gd name="T66" fmla="*/ 97 w 252"/>
                <a:gd name="T67" fmla="*/ 41 h 197"/>
                <a:gd name="T68" fmla="*/ 97 w 252"/>
                <a:gd name="T69" fmla="*/ 109 h 197"/>
                <a:gd name="T70" fmla="*/ 97 w 252"/>
                <a:gd name="T71" fmla="*/ 111 h 197"/>
                <a:gd name="T72" fmla="*/ 97 w 252"/>
                <a:gd name="T73" fmla="*/ 124 h 197"/>
                <a:gd name="T74" fmla="*/ 84 w 252"/>
                <a:gd name="T75" fmla="*/ 101 h 197"/>
                <a:gd name="T76" fmla="*/ 66 w 252"/>
                <a:gd name="T77" fmla="*/ 92 h 197"/>
                <a:gd name="T78" fmla="*/ 64 w 252"/>
                <a:gd name="T79" fmla="*/ 112 h 197"/>
                <a:gd name="T80" fmla="*/ 86 w 252"/>
                <a:gd name="T81" fmla="*/ 151 h 197"/>
                <a:gd name="T82" fmla="*/ 20 w 252"/>
                <a:gd name="T83" fmla="*/ 151 h 197"/>
                <a:gd name="T84" fmla="*/ 15 w 252"/>
                <a:gd name="T85" fmla="*/ 146 h 197"/>
                <a:gd name="T86" fmla="*/ 15 w 252"/>
                <a:gd name="T87" fmla="*/ 20 h 197"/>
                <a:gd name="T88" fmla="*/ 20 w 252"/>
                <a:gd name="T89" fmla="*/ 15 h 197"/>
                <a:gd name="T90" fmla="*/ 232 w 252"/>
                <a:gd name="T91" fmla="*/ 15 h 197"/>
                <a:gd name="T92" fmla="*/ 237 w 252"/>
                <a:gd name="T93" fmla="*/ 20 h 197"/>
                <a:gd name="T94" fmla="*/ 237 w 252"/>
                <a:gd name="T95" fmla="*/ 146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52" h="197">
                  <a:moveTo>
                    <a:pt x="2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57"/>
                    <a:pt x="9" y="166"/>
                    <a:pt x="20" y="166"/>
                  </a:cubicBezTo>
                  <a:cubicBezTo>
                    <a:pt x="95" y="166"/>
                    <a:pt x="95" y="166"/>
                    <a:pt x="95" y="166"/>
                  </a:cubicBezTo>
                  <a:cubicBezTo>
                    <a:pt x="97" y="169"/>
                    <a:pt x="97" y="169"/>
                    <a:pt x="97" y="169"/>
                  </a:cubicBezTo>
                  <a:cubicBezTo>
                    <a:pt x="99" y="173"/>
                    <a:pt x="102" y="175"/>
                    <a:pt x="105" y="177"/>
                  </a:cubicBezTo>
                  <a:cubicBezTo>
                    <a:pt x="105" y="197"/>
                    <a:pt x="105" y="197"/>
                    <a:pt x="105" y="197"/>
                  </a:cubicBezTo>
                  <a:cubicBezTo>
                    <a:pt x="171" y="197"/>
                    <a:pt x="171" y="197"/>
                    <a:pt x="171" y="197"/>
                  </a:cubicBezTo>
                  <a:cubicBezTo>
                    <a:pt x="171" y="179"/>
                    <a:pt x="171" y="179"/>
                    <a:pt x="171" y="179"/>
                  </a:cubicBezTo>
                  <a:cubicBezTo>
                    <a:pt x="176" y="177"/>
                    <a:pt x="179" y="172"/>
                    <a:pt x="181" y="166"/>
                  </a:cubicBezTo>
                  <a:cubicBezTo>
                    <a:pt x="232" y="166"/>
                    <a:pt x="232" y="166"/>
                    <a:pt x="232" y="166"/>
                  </a:cubicBezTo>
                  <a:cubicBezTo>
                    <a:pt x="243" y="166"/>
                    <a:pt x="252" y="157"/>
                    <a:pt x="252" y="146"/>
                  </a:cubicBezTo>
                  <a:cubicBezTo>
                    <a:pt x="252" y="20"/>
                    <a:pt x="252" y="20"/>
                    <a:pt x="252" y="20"/>
                  </a:cubicBezTo>
                  <a:cubicBezTo>
                    <a:pt x="252" y="9"/>
                    <a:pt x="243" y="0"/>
                    <a:pt x="232" y="0"/>
                  </a:cubicBezTo>
                  <a:close/>
                  <a:moveTo>
                    <a:pt x="237" y="146"/>
                  </a:moveTo>
                  <a:cubicBezTo>
                    <a:pt x="237" y="149"/>
                    <a:pt x="234" y="151"/>
                    <a:pt x="232" y="151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46"/>
                    <a:pt x="185" y="146"/>
                    <a:pt x="185" y="146"/>
                  </a:cubicBezTo>
                  <a:cubicBezTo>
                    <a:pt x="185" y="146"/>
                    <a:pt x="185" y="145"/>
                    <a:pt x="185" y="144"/>
                  </a:cubicBezTo>
                  <a:cubicBezTo>
                    <a:pt x="185" y="114"/>
                    <a:pt x="185" y="114"/>
                    <a:pt x="185" y="114"/>
                  </a:cubicBezTo>
                  <a:cubicBezTo>
                    <a:pt x="185" y="108"/>
                    <a:pt x="180" y="103"/>
                    <a:pt x="173" y="103"/>
                  </a:cubicBezTo>
                  <a:cubicBezTo>
                    <a:pt x="169" y="103"/>
                    <a:pt x="166" y="105"/>
                    <a:pt x="164" y="108"/>
                  </a:cubicBezTo>
                  <a:cubicBezTo>
                    <a:pt x="164" y="108"/>
                    <a:pt x="163" y="108"/>
                    <a:pt x="163" y="108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63" y="101"/>
                    <a:pt x="158" y="96"/>
                    <a:pt x="152" y="96"/>
                  </a:cubicBezTo>
                  <a:cubicBezTo>
                    <a:pt x="147" y="96"/>
                    <a:pt x="143" y="98"/>
                    <a:pt x="141" y="102"/>
                  </a:cubicBezTo>
                  <a:cubicBezTo>
                    <a:pt x="141" y="101"/>
                    <a:pt x="141" y="101"/>
                    <a:pt x="141" y="101"/>
                  </a:cubicBezTo>
                  <a:cubicBezTo>
                    <a:pt x="141" y="95"/>
                    <a:pt x="136" y="90"/>
                    <a:pt x="130" y="90"/>
                  </a:cubicBezTo>
                  <a:cubicBezTo>
                    <a:pt x="125" y="90"/>
                    <a:pt x="121" y="93"/>
                    <a:pt x="120" y="97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5"/>
                    <a:pt x="115" y="30"/>
                    <a:pt x="108" y="30"/>
                  </a:cubicBezTo>
                  <a:cubicBezTo>
                    <a:pt x="102" y="30"/>
                    <a:pt x="97" y="35"/>
                    <a:pt x="97" y="41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7" y="110"/>
                    <a:pt x="97" y="110"/>
                    <a:pt x="97" y="111"/>
                  </a:cubicBezTo>
                  <a:cubicBezTo>
                    <a:pt x="97" y="124"/>
                    <a:pt x="97" y="124"/>
                    <a:pt x="97" y="124"/>
                  </a:cubicBezTo>
                  <a:cubicBezTo>
                    <a:pt x="84" y="101"/>
                    <a:pt x="84" y="101"/>
                    <a:pt x="84" y="101"/>
                  </a:cubicBezTo>
                  <a:cubicBezTo>
                    <a:pt x="79" y="93"/>
                    <a:pt x="71" y="89"/>
                    <a:pt x="66" y="92"/>
                  </a:cubicBezTo>
                  <a:cubicBezTo>
                    <a:pt x="60" y="96"/>
                    <a:pt x="59" y="104"/>
                    <a:pt x="64" y="112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20" y="151"/>
                    <a:pt x="20" y="151"/>
                    <a:pt x="20" y="151"/>
                  </a:cubicBezTo>
                  <a:cubicBezTo>
                    <a:pt x="17" y="151"/>
                    <a:pt x="15" y="149"/>
                    <a:pt x="15" y="146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8"/>
                    <a:pt x="17" y="15"/>
                    <a:pt x="20" y="15"/>
                  </a:cubicBezTo>
                  <a:cubicBezTo>
                    <a:pt x="232" y="15"/>
                    <a:pt x="232" y="15"/>
                    <a:pt x="232" y="15"/>
                  </a:cubicBezTo>
                  <a:cubicBezTo>
                    <a:pt x="234" y="15"/>
                    <a:pt x="237" y="18"/>
                    <a:pt x="237" y="20"/>
                  </a:cubicBezTo>
                  <a:lnTo>
                    <a:pt x="237" y="1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Rectangle 235"/>
            <p:cNvSpPr>
              <a:spLocks noChangeArrowheads="1"/>
            </p:cNvSpPr>
            <p:nvPr/>
          </p:nvSpPr>
          <p:spPr bwMode="auto">
            <a:xfrm>
              <a:off x="9462674" y="3676082"/>
              <a:ext cx="100072" cy="532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36"/>
            <p:cNvSpPr>
              <a:spLocks noEditPoints="1"/>
            </p:cNvSpPr>
            <p:nvPr/>
          </p:nvSpPr>
          <p:spPr bwMode="auto">
            <a:xfrm>
              <a:off x="11033039" y="3177003"/>
              <a:ext cx="65432" cy="68639"/>
            </a:xfrm>
            <a:custGeom>
              <a:avLst/>
              <a:gdLst>
                <a:gd name="T0" fmla="*/ 22 w 43"/>
                <a:gd name="T1" fmla="*/ 0 h 45"/>
                <a:gd name="T2" fmla="*/ 0 w 43"/>
                <a:gd name="T3" fmla="*/ 23 h 45"/>
                <a:gd name="T4" fmla="*/ 22 w 43"/>
                <a:gd name="T5" fmla="*/ 45 h 45"/>
                <a:gd name="T6" fmla="*/ 43 w 43"/>
                <a:gd name="T7" fmla="*/ 23 h 45"/>
                <a:gd name="T8" fmla="*/ 22 w 43"/>
                <a:gd name="T9" fmla="*/ 0 h 45"/>
                <a:gd name="T10" fmla="*/ 11 w 43"/>
                <a:gd name="T11" fmla="*/ 20 h 45"/>
                <a:gd name="T12" fmla="*/ 7 w 43"/>
                <a:gd name="T13" fmla="*/ 16 h 45"/>
                <a:gd name="T14" fmla="*/ 11 w 43"/>
                <a:gd name="T15" fmla="*/ 13 h 45"/>
                <a:gd name="T16" fmla="*/ 14 w 43"/>
                <a:gd name="T17" fmla="*/ 16 h 45"/>
                <a:gd name="T18" fmla="*/ 11 w 43"/>
                <a:gd name="T19" fmla="*/ 2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45">
                  <a:moveTo>
                    <a:pt x="22" y="0"/>
                  </a:moveTo>
                  <a:cubicBezTo>
                    <a:pt x="10" y="0"/>
                    <a:pt x="0" y="10"/>
                    <a:pt x="0" y="23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33" y="45"/>
                    <a:pt x="43" y="35"/>
                    <a:pt x="43" y="23"/>
                  </a:cubicBezTo>
                  <a:cubicBezTo>
                    <a:pt x="43" y="10"/>
                    <a:pt x="33" y="0"/>
                    <a:pt x="22" y="0"/>
                  </a:cubicBezTo>
                  <a:close/>
                  <a:moveTo>
                    <a:pt x="11" y="20"/>
                  </a:moveTo>
                  <a:cubicBezTo>
                    <a:pt x="9" y="20"/>
                    <a:pt x="7" y="19"/>
                    <a:pt x="7" y="16"/>
                  </a:cubicBezTo>
                  <a:cubicBezTo>
                    <a:pt x="7" y="14"/>
                    <a:pt x="9" y="13"/>
                    <a:pt x="11" y="13"/>
                  </a:cubicBezTo>
                  <a:cubicBezTo>
                    <a:pt x="12" y="13"/>
                    <a:pt x="14" y="14"/>
                    <a:pt x="14" y="16"/>
                  </a:cubicBezTo>
                  <a:cubicBezTo>
                    <a:pt x="14" y="19"/>
                    <a:pt x="12" y="20"/>
                    <a:pt x="11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37"/>
            <p:cNvSpPr>
              <a:spLocks noEditPoints="1"/>
            </p:cNvSpPr>
            <p:nvPr/>
          </p:nvSpPr>
          <p:spPr bwMode="auto">
            <a:xfrm>
              <a:off x="10986210" y="3145570"/>
              <a:ext cx="148825" cy="118034"/>
            </a:xfrm>
            <a:custGeom>
              <a:avLst/>
              <a:gdLst>
                <a:gd name="T0" fmla="*/ 94 w 98"/>
                <a:gd name="T1" fmla="*/ 9 h 78"/>
                <a:gd name="T2" fmla="*/ 84 w 98"/>
                <a:gd name="T3" fmla="*/ 9 h 78"/>
                <a:gd name="T4" fmla="*/ 83 w 98"/>
                <a:gd name="T5" fmla="*/ 3 h 78"/>
                <a:gd name="T6" fmla="*/ 80 w 98"/>
                <a:gd name="T7" fmla="*/ 0 h 78"/>
                <a:gd name="T8" fmla="*/ 63 w 98"/>
                <a:gd name="T9" fmla="*/ 0 h 78"/>
                <a:gd name="T10" fmla="*/ 60 w 98"/>
                <a:gd name="T11" fmla="*/ 3 h 78"/>
                <a:gd name="T12" fmla="*/ 58 w 98"/>
                <a:gd name="T13" fmla="*/ 9 h 78"/>
                <a:gd name="T14" fmla="*/ 4 w 98"/>
                <a:gd name="T15" fmla="*/ 9 h 78"/>
                <a:gd name="T16" fmla="*/ 0 w 98"/>
                <a:gd name="T17" fmla="*/ 14 h 78"/>
                <a:gd name="T18" fmla="*/ 0 w 98"/>
                <a:gd name="T19" fmla="*/ 74 h 78"/>
                <a:gd name="T20" fmla="*/ 4 w 98"/>
                <a:gd name="T21" fmla="*/ 78 h 78"/>
                <a:gd name="T22" fmla="*/ 94 w 98"/>
                <a:gd name="T23" fmla="*/ 78 h 78"/>
                <a:gd name="T24" fmla="*/ 98 w 98"/>
                <a:gd name="T25" fmla="*/ 74 h 78"/>
                <a:gd name="T26" fmla="*/ 98 w 98"/>
                <a:gd name="T27" fmla="*/ 14 h 78"/>
                <a:gd name="T28" fmla="*/ 94 w 98"/>
                <a:gd name="T29" fmla="*/ 9 h 78"/>
                <a:gd name="T30" fmla="*/ 53 w 98"/>
                <a:gd name="T31" fmla="*/ 71 h 78"/>
                <a:gd name="T32" fmla="*/ 26 w 98"/>
                <a:gd name="T33" fmla="*/ 44 h 78"/>
                <a:gd name="T34" fmla="*/ 53 w 98"/>
                <a:gd name="T35" fmla="*/ 16 h 78"/>
                <a:gd name="T36" fmla="*/ 79 w 98"/>
                <a:gd name="T37" fmla="*/ 44 h 78"/>
                <a:gd name="T38" fmla="*/ 53 w 98"/>
                <a:gd name="T39" fmla="*/ 71 h 78"/>
                <a:gd name="T40" fmla="*/ 79 w 98"/>
                <a:gd name="T41" fmla="*/ 13 h 78"/>
                <a:gd name="T42" fmla="*/ 63 w 98"/>
                <a:gd name="T43" fmla="*/ 13 h 78"/>
                <a:gd name="T44" fmla="*/ 63 w 98"/>
                <a:gd name="T45" fmla="*/ 3 h 78"/>
                <a:gd name="T46" fmla="*/ 79 w 98"/>
                <a:gd name="T47" fmla="*/ 3 h 78"/>
                <a:gd name="T48" fmla="*/ 79 w 98"/>
                <a:gd name="T49" fmla="*/ 13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8" h="78">
                  <a:moveTo>
                    <a:pt x="94" y="9"/>
                  </a:moveTo>
                  <a:cubicBezTo>
                    <a:pt x="84" y="9"/>
                    <a:pt x="84" y="9"/>
                    <a:pt x="84" y="9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83" y="1"/>
                    <a:pt x="81" y="0"/>
                    <a:pt x="80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1" y="0"/>
                    <a:pt x="60" y="1"/>
                    <a:pt x="60" y="3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7"/>
                    <a:pt x="2" y="78"/>
                    <a:pt x="4" y="78"/>
                  </a:cubicBezTo>
                  <a:cubicBezTo>
                    <a:pt x="94" y="78"/>
                    <a:pt x="94" y="78"/>
                    <a:pt x="94" y="78"/>
                  </a:cubicBezTo>
                  <a:cubicBezTo>
                    <a:pt x="96" y="78"/>
                    <a:pt x="98" y="77"/>
                    <a:pt x="98" y="74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8" y="11"/>
                    <a:pt x="96" y="9"/>
                    <a:pt x="94" y="9"/>
                  </a:cubicBezTo>
                  <a:close/>
                  <a:moveTo>
                    <a:pt x="53" y="71"/>
                  </a:moveTo>
                  <a:cubicBezTo>
                    <a:pt x="38" y="71"/>
                    <a:pt x="26" y="59"/>
                    <a:pt x="26" y="44"/>
                  </a:cubicBezTo>
                  <a:cubicBezTo>
                    <a:pt x="26" y="28"/>
                    <a:pt x="38" y="16"/>
                    <a:pt x="53" y="16"/>
                  </a:cubicBezTo>
                  <a:cubicBezTo>
                    <a:pt x="67" y="16"/>
                    <a:pt x="79" y="28"/>
                    <a:pt x="79" y="44"/>
                  </a:cubicBezTo>
                  <a:cubicBezTo>
                    <a:pt x="79" y="59"/>
                    <a:pt x="67" y="71"/>
                    <a:pt x="53" y="71"/>
                  </a:cubicBezTo>
                  <a:close/>
                  <a:moveTo>
                    <a:pt x="79" y="13"/>
                  </a:moveTo>
                  <a:cubicBezTo>
                    <a:pt x="63" y="13"/>
                    <a:pt x="63" y="13"/>
                    <a:pt x="63" y="13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79" y="3"/>
                    <a:pt x="79" y="3"/>
                    <a:pt x="79" y="3"/>
                  </a:cubicBezTo>
                  <a:lnTo>
                    <a:pt x="79" y="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Rectangle 238"/>
            <p:cNvSpPr>
              <a:spLocks noChangeArrowheads="1"/>
            </p:cNvSpPr>
            <p:nvPr/>
          </p:nvSpPr>
          <p:spPr bwMode="auto">
            <a:xfrm>
              <a:off x="11007380" y="3146853"/>
              <a:ext cx="27584" cy="76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39"/>
            <p:cNvSpPr>
              <a:spLocks noEditPoints="1"/>
            </p:cNvSpPr>
            <p:nvPr/>
          </p:nvSpPr>
          <p:spPr bwMode="auto">
            <a:xfrm>
              <a:off x="8259241" y="2386689"/>
              <a:ext cx="100072" cy="78903"/>
            </a:xfrm>
            <a:custGeom>
              <a:avLst/>
              <a:gdLst>
                <a:gd name="T0" fmla="*/ 59 w 66"/>
                <a:gd name="T1" fmla="*/ 0 h 52"/>
                <a:gd name="T2" fmla="*/ 7 w 66"/>
                <a:gd name="T3" fmla="*/ 0 h 52"/>
                <a:gd name="T4" fmla="*/ 0 w 66"/>
                <a:gd name="T5" fmla="*/ 6 h 52"/>
                <a:gd name="T6" fmla="*/ 0 w 66"/>
                <a:gd name="T7" fmla="*/ 45 h 52"/>
                <a:gd name="T8" fmla="*/ 7 w 66"/>
                <a:gd name="T9" fmla="*/ 52 h 52"/>
                <a:gd name="T10" fmla="*/ 59 w 66"/>
                <a:gd name="T11" fmla="*/ 52 h 52"/>
                <a:gd name="T12" fmla="*/ 66 w 66"/>
                <a:gd name="T13" fmla="*/ 45 h 52"/>
                <a:gd name="T14" fmla="*/ 66 w 66"/>
                <a:gd name="T15" fmla="*/ 6 h 52"/>
                <a:gd name="T16" fmla="*/ 59 w 66"/>
                <a:gd name="T17" fmla="*/ 0 h 52"/>
                <a:gd name="T18" fmla="*/ 61 w 66"/>
                <a:gd name="T19" fmla="*/ 45 h 52"/>
                <a:gd name="T20" fmla="*/ 59 w 66"/>
                <a:gd name="T21" fmla="*/ 47 h 52"/>
                <a:gd name="T22" fmla="*/ 7 w 66"/>
                <a:gd name="T23" fmla="*/ 47 h 52"/>
                <a:gd name="T24" fmla="*/ 5 w 66"/>
                <a:gd name="T25" fmla="*/ 45 h 52"/>
                <a:gd name="T26" fmla="*/ 5 w 66"/>
                <a:gd name="T27" fmla="*/ 6 h 52"/>
                <a:gd name="T28" fmla="*/ 7 w 66"/>
                <a:gd name="T29" fmla="*/ 4 h 52"/>
                <a:gd name="T30" fmla="*/ 59 w 66"/>
                <a:gd name="T31" fmla="*/ 4 h 52"/>
                <a:gd name="T32" fmla="*/ 61 w 66"/>
                <a:gd name="T33" fmla="*/ 6 h 52"/>
                <a:gd name="T34" fmla="*/ 61 w 66"/>
                <a:gd name="T35" fmla="*/ 4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52">
                  <a:moveTo>
                    <a:pt x="5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9"/>
                    <a:pt x="3" y="52"/>
                    <a:pt x="7" y="52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3" y="52"/>
                    <a:pt x="66" y="49"/>
                    <a:pt x="66" y="45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66" y="2"/>
                    <a:pt x="63" y="0"/>
                    <a:pt x="59" y="0"/>
                  </a:cubicBezTo>
                  <a:close/>
                  <a:moveTo>
                    <a:pt x="61" y="45"/>
                  </a:moveTo>
                  <a:cubicBezTo>
                    <a:pt x="61" y="46"/>
                    <a:pt x="60" y="47"/>
                    <a:pt x="59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6" y="47"/>
                    <a:pt x="5" y="46"/>
                    <a:pt x="5" y="4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6" y="4"/>
                    <a:pt x="7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60" y="4"/>
                    <a:pt x="61" y="5"/>
                    <a:pt x="61" y="6"/>
                  </a:cubicBezTo>
                  <a:lnTo>
                    <a:pt x="61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40"/>
            <p:cNvSpPr>
              <a:spLocks noEditPoints="1"/>
            </p:cNvSpPr>
            <p:nvPr/>
          </p:nvSpPr>
          <p:spPr bwMode="auto">
            <a:xfrm>
              <a:off x="8197016" y="2393104"/>
              <a:ext cx="42338" cy="42338"/>
            </a:xfrm>
            <a:custGeom>
              <a:avLst/>
              <a:gdLst>
                <a:gd name="T0" fmla="*/ 14 w 28"/>
                <a:gd name="T1" fmla="*/ 0 h 28"/>
                <a:gd name="T2" fmla="*/ 0 w 28"/>
                <a:gd name="T3" fmla="*/ 14 h 28"/>
                <a:gd name="T4" fmla="*/ 14 w 28"/>
                <a:gd name="T5" fmla="*/ 28 h 28"/>
                <a:gd name="T6" fmla="*/ 28 w 28"/>
                <a:gd name="T7" fmla="*/ 14 h 28"/>
                <a:gd name="T8" fmla="*/ 14 w 28"/>
                <a:gd name="T9" fmla="*/ 0 h 28"/>
                <a:gd name="T10" fmla="*/ 9 w 28"/>
                <a:gd name="T11" fmla="*/ 15 h 28"/>
                <a:gd name="T12" fmla="*/ 5 w 28"/>
                <a:gd name="T13" fmla="*/ 11 h 28"/>
                <a:gd name="T14" fmla="*/ 9 w 28"/>
                <a:gd name="T15" fmla="*/ 7 h 28"/>
                <a:gd name="T16" fmla="*/ 13 w 28"/>
                <a:gd name="T17" fmla="*/ 11 h 28"/>
                <a:gd name="T18" fmla="*/ 9 w 28"/>
                <a:gd name="T19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0"/>
                  </a:moveTo>
                  <a:cubicBezTo>
                    <a:pt x="7" y="0"/>
                    <a:pt x="0" y="6"/>
                    <a:pt x="0" y="14"/>
                  </a:cubicBezTo>
                  <a:cubicBezTo>
                    <a:pt x="0" y="21"/>
                    <a:pt x="7" y="28"/>
                    <a:pt x="14" y="28"/>
                  </a:cubicBezTo>
                  <a:cubicBezTo>
                    <a:pt x="22" y="28"/>
                    <a:pt x="28" y="21"/>
                    <a:pt x="28" y="14"/>
                  </a:cubicBezTo>
                  <a:cubicBezTo>
                    <a:pt x="28" y="6"/>
                    <a:pt x="22" y="0"/>
                    <a:pt x="14" y="0"/>
                  </a:cubicBezTo>
                  <a:close/>
                  <a:moveTo>
                    <a:pt x="9" y="15"/>
                  </a:moveTo>
                  <a:cubicBezTo>
                    <a:pt x="7" y="15"/>
                    <a:pt x="5" y="13"/>
                    <a:pt x="5" y="11"/>
                  </a:cubicBezTo>
                  <a:cubicBezTo>
                    <a:pt x="5" y="8"/>
                    <a:pt x="7" y="7"/>
                    <a:pt x="9" y="7"/>
                  </a:cubicBezTo>
                  <a:cubicBezTo>
                    <a:pt x="11" y="7"/>
                    <a:pt x="13" y="8"/>
                    <a:pt x="13" y="11"/>
                  </a:cubicBezTo>
                  <a:cubicBezTo>
                    <a:pt x="13" y="13"/>
                    <a:pt x="11" y="15"/>
                    <a:pt x="9" y="15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41"/>
            <p:cNvSpPr>
              <a:spLocks noEditPoints="1"/>
            </p:cNvSpPr>
            <p:nvPr/>
          </p:nvSpPr>
          <p:spPr bwMode="auto">
            <a:xfrm>
              <a:off x="8182904" y="2375142"/>
              <a:ext cx="71847" cy="152674"/>
            </a:xfrm>
            <a:custGeom>
              <a:avLst/>
              <a:gdLst>
                <a:gd name="T0" fmla="*/ 42 w 47"/>
                <a:gd name="T1" fmla="*/ 0 h 101"/>
                <a:gd name="T2" fmla="*/ 4 w 47"/>
                <a:gd name="T3" fmla="*/ 0 h 101"/>
                <a:gd name="T4" fmla="*/ 0 w 47"/>
                <a:gd name="T5" fmla="*/ 4 h 101"/>
                <a:gd name="T6" fmla="*/ 0 w 47"/>
                <a:gd name="T7" fmla="*/ 97 h 101"/>
                <a:gd name="T8" fmla="*/ 4 w 47"/>
                <a:gd name="T9" fmla="*/ 101 h 101"/>
                <a:gd name="T10" fmla="*/ 42 w 47"/>
                <a:gd name="T11" fmla="*/ 101 h 101"/>
                <a:gd name="T12" fmla="*/ 47 w 47"/>
                <a:gd name="T13" fmla="*/ 97 h 101"/>
                <a:gd name="T14" fmla="*/ 47 w 47"/>
                <a:gd name="T15" fmla="*/ 4 h 101"/>
                <a:gd name="T16" fmla="*/ 42 w 47"/>
                <a:gd name="T17" fmla="*/ 0 h 101"/>
                <a:gd name="T18" fmla="*/ 23 w 47"/>
                <a:gd name="T19" fmla="*/ 44 h 101"/>
                <a:gd name="T20" fmla="*/ 5 w 47"/>
                <a:gd name="T21" fmla="*/ 26 h 101"/>
                <a:gd name="T22" fmla="*/ 23 w 47"/>
                <a:gd name="T23" fmla="*/ 8 h 101"/>
                <a:gd name="T24" fmla="*/ 41 w 47"/>
                <a:gd name="T25" fmla="*/ 26 h 101"/>
                <a:gd name="T26" fmla="*/ 23 w 47"/>
                <a:gd name="T27" fmla="*/ 4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7" h="101">
                  <a:moveTo>
                    <a:pt x="42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1" y="101"/>
                    <a:pt x="4" y="101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5" y="101"/>
                    <a:pt x="47" y="100"/>
                    <a:pt x="47" y="97"/>
                  </a:cubicBezTo>
                  <a:cubicBezTo>
                    <a:pt x="47" y="4"/>
                    <a:pt x="47" y="4"/>
                    <a:pt x="47" y="4"/>
                  </a:cubicBezTo>
                  <a:cubicBezTo>
                    <a:pt x="47" y="2"/>
                    <a:pt x="45" y="0"/>
                    <a:pt x="42" y="0"/>
                  </a:cubicBezTo>
                  <a:close/>
                  <a:moveTo>
                    <a:pt x="23" y="44"/>
                  </a:moveTo>
                  <a:cubicBezTo>
                    <a:pt x="13" y="44"/>
                    <a:pt x="5" y="36"/>
                    <a:pt x="5" y="26"/>
                  </a:cubicBezTo>
                  <a:cubicBezTo>
                    <a:pt x="5" y="16"/>
                    <a:pt x="13" y="8"/>
                    <a:pt x="23" y="8"/>
                  </a:cubicBezTo>
                  <a:cubicBezTo>
                    <a:pt x="33" y="8"/>
                    <a:pt x="41" y="16"/>
                    <a:pt x="41" y="26"/>
                  </a:cubicBezTo>
                  <a:cubicBezTo>
                    <a:pt x="41" y="36"/>
                    <a:pt x="33" y="44"/>
                    <a:pt x="23" y="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42"/>
            <p:cNvSpPr/>
            <p:nvPr/>
          </p:nvSpPr>
          <p:spPr bwMode="auto">
            <a:xfrm>
              <a:off x="9279208" y="2613135"/>
              <a:ext cx="83394" cy="128939"/>
            </a:xfrm>
            <a:custGeom>
              <a:avLst/>
              <a:gdLst>
                <a:gd name="T0" fmla="*/ 54 w 55"/>
                <a:gd name="T1" fmla="*/ 62 h 85"/>
                <a:gd name="T2" fmla="*/ 29 w 55"/>
                <a:gd name="T3" fmla="*/ 84 h 85"/>
                <a:gd name="T4" fmla="*/ 26 w 55"/>
                <a:gd name="T5" fmla="*/ 84 h 85"/>
                <a:gd name="T6" fmla="*/ 1 w 55"/>
                <a:gd name="T7" fmla="*/ 62 h 85"/>
                <a:gd name="T8" fmla="*/ 1 w 55"/>
                <a:gd name="T9" fmla="*/ 59 h 85"/>
                <a:gd name="T10" fmla="*/ 3 w 55"/>
                <a:gd name="T11" fmla="*/ 58 h 85"/>
                <a:gd name="T12" fmla="*/ 11 w 55"/>
                <a:gd name="T13" fmla="*/ 58 h 85"/>
                <a:gd name="T14" fmla="*/ 11 w 55"/>
                <a:gd name="T15" fmla="*/ 2 h 85"/>
                <a:gd name="T16" fmla="*/ 13 w 55"/>
                <a:gd name="T17" fmla="*/ 0 h 85"/>
                <a:gd name="T18" fmla="*/ 42 w 55"/>
                <a:gd name="T19" fmla="*/ 0 h 85"/>
                <a:gd name="T20" fmla="*/ 45 w 55"/>
                <a:gd name="T21" fmla="*/ 2 h 85"/>
                <a:gd name="T22" fmla="*/ 45 w 55"/>
                <a:gd name="T23" fmla="*/ 58 h 85"/>
                <a:gd name="T24" fmla="*/ 53 w 55"/>
                <a:gd name="T25" fmla="*/ 58 h 85"/>
                <a:gd name="T26" fmla="*/ 53 w 55"/>
                <a:gd name="T27" fmla="*/ 58 h 85"/>
                <a:gd name="T28" fmla="*/ 55 w 55"/>
                <a:gd name="T29" fmla="*/ 60 h 85"/>
                <a:gd name="T30" fmla="*/ 54 w 55"/>
                <a:gd name="T31" fmla="*/ 6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85">
                  <a:moveTo>
                    <a:pt x="54" y="62"/>
                  </a:moveTo>
                  <a:cubicBezTo>
                    <a:pt x="29" y="84"/>
                    <a:pt x="29" y="84"/>
                    <a:pt x="29" y="84"/>
                  </a:cubicBezTo>
                  <a:cubicBezTo>
                    <a:pt x="28" y="85"/>
                    <a:pt x="27" y="85"/>
                    <a:pt x="26" y="84"/>
                  </a:cubicBezTo>
                  <a:cubicBezTo>
                    <a:pt x="1" y="62"/>
                    <a:pt x="1" y="62"/>
                    <a:pt x="1" y="62"/>
                  </a:cubicBezTo>
                  <a:cubicBezTo>
                    <a:pt x="0" y="61"/>
                    <a:pt x="0" y="60"/>
                    <a:pt x="1" y="59"/>
                  </a:cubicBezTo>
                  <a:cubicBezTo>
                    <a:pt x="1" y="59"/>
                    <a:pt x="2" y="58"/>
                    <a:pt x="3" y="58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1"/>
                    <a:pt x="12" y="0"/>
                    <a:pt x="13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5" y="2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4" y="58"/>
                    <a:pt x="55" y="59"/>
                    <a:pt x="55" y="60"/>
                  </a:cubicBezTo>
                  <a:cubicBezTo>
                    <a:pt x="55" y="61"/>
                    <a:pt x="55" y="62"/>
                    <a:pt x="54" y="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43"/>
            <p:cNvSpPr/>
            <p:nvPr/>
          </p:nvSpPr>
          <p:spPr bwMode="auto">
            <a:xfrm>
              <a:off x="9201588" y="2515628"/>
              <a:ext cx="233502" cy="157806"/>
            </a:xfrm>
            <a:custGeom>
              <a:avLst/>
              <a:gdLst>
                <a:gd name="T0" fmla="*/ 114 w 154"/>
                <a:gd name="T1" fmla="*/ 25 h 104"/>
                <a:gd name="T2" fmla="*/ 114 w 154"/>
                <a:gd name="T3" fmla="*/ 25 h 104"/>
                <a:gd name="T4" fmla="*/ 76 w 154"/>
                <a:gd name="T5" fmla="*/ 0 h 104"/>
                <a:gd name="T6" fmla="*/ 35 w 154"/>
                <a:gd name="T7" fmla="*/ 36 h 104"/>
                <a:gd name="T8" fmla="*/ 34 w 154"/>
                <a:gd name="T9" fmla="*/ 36 h 104"/>
                <a:gd name="T10" fmla="*/ 0 w 154"/>
                <a:gd name="T11" fmla="*/ 70 h 104"/>
                <a:gd name="T12" fmla="*/ 34 w 154"/>
                <a:gd name="T13" fmla="*/ 104 h 104"/>
                <a:gd name="T14" fmla="*/ 54 w 154"/>
                <a:gd name="T15" fmla="*/ 104 h 104"/>
                <a:gd name="T16" fmla="*/ 54 w 154"/>
                <a:gd name="T17" fmla="*/ 96 h 104"/>
                <a:gd name="T18" fmla="*/ 34 w 154"/>
                <a:gd name="T19" fmla="*/ 96 h 104"/>
                <a:gd name="T20" fmla="*/ 8 w 154"/>
                <a:gd name="T21" fmla="*/ 70 h 104"/>
                <a:gd name="T22" fmla="*/ 34 w 154"/>
                <a:gd name="T23" fmla="*/ 44 h 104"/>
                <a:gd name="T24" fmla="*/ 38 w 154"/>
                <a:gd name="T25" fmla="*/ 44 h 104"/>
                <a:gd name="T26" fmla="*/ 41 w 154"/>
                <a:gd name="T27" fmla="*/ 43 h 104"/>
                <a:gd name="T28" fmla="*/ 43 w 154"/>
                <a:gd name="T29" fmla="*/ 40 h 104"/>
                <a:gd name="T30" fmla="*/ 76 w 154"/>
                <a:gd name="T31" fmla="*/ 8 h 104"/>
                <a:gd name="T32" fmla="*/ 108 w 154"/>
                <a:gd name="T33" fmla="*/ 30 h 104"/>
                <a:gd name="T34" fmla="*/ 112 w 154"/>
                <a:gd name="T35" fmla="*/ 33 h 104"/>
                <a:gd name="T36" fmla="*/ 114 w 154"/>
                <a:gd name="T37" fmla="*/ 32 h 104"/>
                <a:gd name="T38" fmla="*/ 146 w 154"/>
                <a:gd name="T39" fmla="*/ 64 h 104"/>
                <a:gd name="T40" fmla="*/ 114 w 154"/>
                <a:gd name="T41" fmla="*/ 96 h 104"/>
                <a:gd name="T42" fmla="*/ 103 w 154"/>
                <a:gd name="T43" fmla="*/ 96 h 104"/>
                <a:gd name="T44" fmla="*/ 103 w 154"/>
                <a:gd name="T45" fmla="*/ 104 h 104"/>
                <a:gd name="T46" fmla="*/ 114 w 154"/>
                <a:gd name="T47" fmla="*/ 104 h 104"/>
                <a:gd name="T48" fmla="*/ 154 w 154"/>
                <a:gd name="T49" fmla="*/ 64 h 104"/>
                <a:gd name="T50" fmla="*/ 114 w 154"/>
                <a:gd name="T51" fmla="*/ 2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4" h="104">
                  <a:moveTo>
                    <a:pt x="114" y="25"/>
                  </a:moveTo>
                  <a:cubicBezTo>
                    <a:pt x="114" y="25"/>
                    <a:pt x="114" y="25"/>
                    <a:pt x="114" y="25"/>
                  </a:cubicBezTo>
                  <a:cubicBezTo>
                    <a:pt x="107" y="10"/>
                    <a:pt x="92" y="0"/>
                    <a:pt x="76" y="0"/>
                  </a:cubicBezTo>
                  <a:cubicBezTo>
                    <a:pt x="55" y="0"/>
                    <a:pt x="38" y="16"/>
                    <a:pt x="35" y="36"/>
                  </a:cubicBezTo>
                  <a:cubicBezTo>
                    <a:pt x="35" y="36"/>
                    <a:pt x="35" y="36"/>
                    <a:pt x="34" y="36"/>
                  </a:cubicBezTo>
                  <a:cubicBezTo>
                    <a:pt x="16" y="36"/>
                    <a:pt x="0" y="51"/>
                    <a:pt x="0" y="70"/>
                  </a:cubicBezTo>
                  <a:cubicBezTo>
                    <a:pt x="0" y="89"/>
                    <a:pt x="16" y="104"/>
                    <a:pt x="34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4" y="96"/>
                    <a:pt x="54" y="96"/>
                    <a:pt x="5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20" y="96"/>
                    <a:pt x="8" y="84"/>
                    <a:pt x="8" y="70"/>
                  </a:cubicBezTo>
                  <a:cubicBezTo>
                    <a:pt x="8" y="55"/>
                    <a:pt x="20" y="44"/>
                    <a:pt x="34" y="44"/>
                  </a:cubicBezTo>
                  <a:cubicBezTo>
                    <a:pt x="36" y="44"/>
                    <a:pt x="37" y="44"/>
                    <a:pt x="38" y="44"/>
                  </a:cubicBezTo>
                  <a:cubicBezTo>
                    <a:pt x="39" y="44"/>
                    <a:pt x="40" y="44"/>
                    <a:pt x="41" y="43"/>
                  </a:cubicBezTo>
                  <a:cubicBezTo>
                    <a:pt x="42" y="42"/>
                    <a:pt x="43" y="41"/>
                    <a:pt x="43" y="40"/>
                  </a:cubicBezTo>
                  <a:cubicBezTo>
                    <a:pt x="43" y="22"/>
                    <a:pt x="58" y="8"/>
                    <a:pt x="76" y="8"/>
                  </a:cubicBezTo>
                  <a:cubicBezTo>
                    <a:pt x="90" y="8"/>
                    <a:pt x="103" y="17"/>
                    <a:pt x="108" y="30"/>
                  </a:cubicBezTo>
                  <a:cubicBezTo>
                    <a:pt x="108" y="32"/>
                    <a:pt x="110" y="33"/>
                    <a:pt x="112" y="33"/>
                  </a:cubicBezTo>
                  <a:cubicBezTo>
                    <a:pt x="112" y="32"/>
                    <a:pt x="113" y="32"/>
                    <a:pt x="114" y="32"/>
                  </a:cubicBezTo>
                  <a:cubicBezTo>
                    <a:pt x="132" y="32"/>
                    <a:pt x="146" y="47"/>
                    <a:pt x="146" y="64"/>
                  </a:cubicBezTo>
                  <a:cubicBezTo>
                    <a:pt x="146" y="82"/>
                    <a:pt x="132" y="96"/>
                    <a:pt x="114" y="96"/>
                  </a:cubicBezTo>
                  <a:cubicBezTo>
                    <a:pt x="103" y="96"/>
                    <a:pt x="103" y="96"/>
                    <a:pt x="103" y="96"/>
                  </a:cubicBezTo>
                  <a:cubicBezTo>
                    <a:pt x="103" y="104"/>
                    <a:pt x="103" y="104"/>
                    <a:pt x="103" y="104"/>
                  </a:cubicBezTo>
                  <a:cubicBezTo>
                    <a:pt x="114" y="104"/>
                    <a:pt x="114" y="104"/>
                    <a:pt x="114" y="104"/>
                  </a:cubicBezTo>
                  <a:cubicBezTo>
                    <a:pt x="136" y="104"/>
                    <a:pt x="154" y="86"/>
                    <a:pt x="154" y="64"/>
                  </a:cubicBezTo>
                  <a:cubicBezTo>
                    <a:pt x="154" y="42"/>
                    <a:pt x="136" y="25"/>
                    <a:pt x="114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44"/>
            <p:cNvSpPr>
              <a:spLocks noEditPoints="1"/>
            </p:cNvSpPr>
            <p:nvPr/>
          </p:nvSpPr>
          <p:spPr bwMode="auto">
            <a:xfrm>
              <a:off x="7870499" y="3052554"/>
              <a:ext cx="176409" cy="115468"/>
            </a:xfrm>
            <a:custGeom>
              <a:avLst/>
              <a:gdLst>
                <a:gd name="T0" fmla="*/ 106 w 116"/>
                <a:gd name="T1" fmla="*/ 0 h 76"/>
                <a:gd name="T2" fmla="*/ 9 w 116"/>
                <a:gd name="T3" fmla="*/ 0 h 76"/>
                <a:gd name="T4" fmla="*/ 0 w 116"/>
                <a:gd name="T5" fmla="*/ 9 h 76"/>
                <a:gd name="T6" fmla="*/ 0 w 116"/>
                <a:gd name="T7" fmla="*/ 67 h 76"/>
                <a:gd name="T8" fmla="*/ 9 w 116"/>
                <a:gd name="T9" fmla="*/ 76 h 76"/>
                <a:gd name="T10" fmla="*/ 106 w 116"/>
                <a:gd name="T11" fmla="*/ 76 h 76"/>
                <a:gd name="T12" fmla="*/ 116 w 116"/>
                <a:gd name="T13" fmla="*/ 67 h 76"/>
                <a:gd name="T14" fmla="*/ 116 w 116"/>
                <a:gd name="T15" fmla="*/ 9 h 76"/>
                <a:gd name="T16" fmla="*/ 106 w 116"/>
                <a:gd name="T17" fmla="*/ 0 h 76"/>
                <a:gd name="T18" fmla="*/ 109 w 116"/>
                <a:gd name="T19" fmla="*/ 67 h 76"/>
                <a:gd name="T20" fmla="*/ 106 w 116"/>
                <a:gd name="T21" fmla="*/ 69 h 76"/>
                <a:gd name="T22" fmla="*/ 9 w 116"/>
                <a:gd name="T23" fmla="*/ 69 h 76"/>
                <a:gd name="T24" fmla="*/ 7 w 116"/>
                <a:gd name="T25" fmla="*/ 67 h 76"/>
                <a:gd name="T26" fmla="*/ 7 w 116"/>
                <a:gd name="T27" fmla="*/ 9 h 76"/>
                <a:gd name="T28" fmla="*/ 9 w 116"/>
                <a:gd name="T29" fmla="*/ 7 h 76"/>
                <a:gd name="T30" fmla="*/ 106 w 116"/>
                <a:gd name="T31" fmla="*/ 7 h 76"/>
                <a:gd name="T32" fmla="*/ 109 w 116"/>
                <a:gd name="T33" fmla="*/ 9 h 76"/>
                <a:gd name="T34" fmla="*/ 109 w 116"/>
                <a:gd name="T35" fmla="*/ 6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76">
                  <a:moveTo>
                    <a:pt x="106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2"/>
                    <a:pt x="4" y="76"/>
                    <a:pt x="9" y="76"/>
                  </a:cubicBezTo>
                  <a:cubicBezTo>
                    <a:pt x="106" y="76"/>
                    <a:pt x="106" y="76"/>
                    <a:pt x="106" y="76"/>
                  </a:cubicBezTo>
                  <a:cubicBezTo>
                    <a:pt x="111" y="76"/>
                    <a:pt x="116" y="72"/>
                    <a:pt x="116" y="67"/>
                  </a:cubicBezTo>
                  <a:cubicBezTo>
                    <a:pt x="116" y="9"/>
                    <a:pt x="116" y="9"/>
                    <a:pt x="116" y="9"/>
                  </a:cubicBezTo>
                  <a:cubicBezTo>
                    <a:pt x="116" y="4"/>
                    <a:pt x="111" y="0"/>
                    <a:pt x="106" y="0"/>
                  </a:cubicBezTo>
                  <a:close/>
                  <a:moveTo>
                    <a:pt x="109" y="67"/>
                  </a:moveTo>
                  <a:cubicBezTo>
                    <a:pt x="109" y="68"/>
                    <a:pt x="108" y="69"/>
                    <a:pt x="106" y="69"/>
                  </a:cubicBezTo>
                  <a:cubicBezTo>
                    <a:pt x="9" y="69"/>
                    <a:pt x="9" y="69"/>
                    <a:pt x="9" y="69"/>
                  </a:cubicBezTo>
                  <a:cubicBezTo>
                    <a:pt x="8" y="69"/>
                    <a:pt x="7" y="68"/>
                    <a:pt x="7" y="67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8"/>
                    <a:pt x="8" y="7"/>
                    <a:pt x="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8" y="7"/>
                    <a:pt x="109" y="8"/>
                    <a:pt x="109" y="9"/>
                  </a:cubicBezTo>
                  <a:lnTo>
                    <a:pt x="109" y="6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45"/>
            <p:cNvSpPr>
              <a:spLocks noEditPoints="1"/>
            </p:cNvSpPr>
            <p:nvPr/>
          </p:nvSpPr>
          <p:spPr bwMode="auto">
            <a:xfrm>
              <a:off x="7920535" y="3073724"/>
              <a:ext cx="74413" cy="74413"/>
            </a:xfrm>
            <a:custGeom>
              <a:avLst/>
              <a:gdLst>
                <a:gd name="T0" fmla="*/ 25 w 49"/>
                <a:gd name="T1" fmla="*/ 0 h 49"/>
                <a:gd name="T2" fmla="*/ 0 w 49"/>
                <a:gd name="T3" fmla="*/ 24 h 49"/>
                <a:gd name="T4" fmla="*/ 25 w 49"/>
                <a:gd name="T5" fmla="*/ 49 h 49"/>
                <a:gd name="T6" fmla="*/ 49 w 49"/>
                <a:gd name="T7" fmla="*/ 24 h 49"/>
                <a:gd name="T8" fmla="*/ 25 w 49"/>
                <a:gd name="T9" fmla="*/ 0 h 49"/>
                <a:gd name="T10" fmla="*/ 41 w 49"/>
                <a:gd name="T11" fmla="*/ 25 h 49"/>
                <a:gd name="T12" fmla="*/ 16 w 49"/>
                <a:gd name="T13" fmla="*/ 40 h 49"/>
                <a:gd name="T14" fmla="*/ 16 w 49"/>
                <a:gd name="T15" fmla="*/ 40 h 49"/>
                <a:gd name="T16" fmla="*/ 15 w 49"/>
                <a:gd name="T17" fmla="*/ 40 h 49"/>
                <a:gd name="T18" fmla="*/ 14 w 49"/>
                <a:gd name="T19" fmla="*/ 39 h 49"/>
                <a:gd name="T20" fmla="*/ 14 w 49"/>
                <a:gd name="T21" fmla="*/ 10 h 49"/>
                <a:gd name="T22" fmla="*/ 15 w 49"/>
                <a:gd name="T23" fmla="*/ 9 h 49"/>
                <a:gd name="T24" fmla="*/ 16 w 49"/>
                <a:gd name="T25" fmla="*/ 9 h 49"/>
                <a:gd name="T26" fmla="*/ 41 w 49"/>
                <a:gd name="T27" fmla="*/ 23 h 49"/>
                <a:gd name="T28" fmla="*/ 41 w 49"/>
                <a:gd name="T29" fmla="*/ 24 h 49"/>
                <a:gd name="T30" fmla="*/ 41 w 49"/>
                <a:gd name="T31" fmla="*/ 2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9" h="49">
                  <a:moveTo>
                    <a:pt x="25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9"/>
                    <a:pt x="25" y="49"/>
                  </a:cubicBezTo>
                  <a:cubicBezTo>
                    <a:pt x="38" y="49"/>
                    <a:pt x="49" y="38"/>
                    <a:pt x="49" y="24"/>
                  </a:cubicBezTo>
                  <a:cubicBezTo>
                    <a:pt x="49" y="11"/>
                    <a:pt x="38" y="0"/>
                    <a:pt x="25" y="0"/>
                  </a:cubicBezTo>
                  <a:close/>
                  <a:moveTo>
                    <a:pt x="41" y="25"/>
                  </a:moveTo>
                  <a:cubicBezTo>
                    <a:pt x="16" y="40"/>
                    <a:pt x="16" y="40"/>
                    <a:pt x="16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39"/>
                    <a:pt x="14" y="39"/>
                    <a:pt x="14" y="39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0"/>
                    <a:pt x="15" y="9"/>
                    <a:pt x="15" y="9"/>
                  </a:cubicBezTo>
                  <a:cubicBezTo>
                    <a:pt x="15" y="9"/>
                    <a:pt x="16" y="9"/>
                    <a:pt x="16" y="9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41" y="23"/>
                    <a:pt x="41" y="24"/>
                    <a:pt x="41" y="24"/>
                  </a:cubicBezTo>
                  <a:cubicBezTo>
                    <a:pt x="41" y="25"/>
                    <a:pt x="41" y="25"/>
                    <a:pt x="41" y="25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46"/>
            <p:cNvSpPr/>
            <p:nvPr/>
          </p:nvSpPr>
          <p:spPr bwMode="auto">
            <a:xfrm>
              <a:off x="10272875" y="3445787"/>
              <a:ext cx="69922" cy="137920"/>
            </a:xfrm>
            <a:custGeom>
              <a:avLst/>
              <a:gdLst>
                <a:gd name="T0" fmla="*/ 26 w 46"/>
                <a:gd name="T1" fmla="*/ 1 h 91"/>
                <a:gd name="T2" fmla="*/ 21 w 46"/>
                <a:gd name="T3" fmla="*/ 0 h 91"/>
                <a:gd name="T4" fmla="*/ 4 w 46"/>
                <a:gd name="T5" fmla="*/ 41 h 91"/>
                <a:gd name="T6" fmla="*/ 8 w 46"/>
                <a:gd name="T7" fmla="*/ 60 h 91"/>
                <a:gd name="T8" fmla="*/ 40 w 46"/>
                <a:gd name="T9" fmla="*/ 90 h 91"/>
                <a:gd name="T10" fmla="*/ 41 w 46"/>
                <a:gd name="T11" fmla="*/ 90 h 91"/>
                <a:gd name="T12" fmla="*/ 45 w 46"/>
                <a:gd name="T13" fmla="*/ 87 h 91"/>
                <a:gd name="T14" fmla="*/ 46 w 46"/>
                <a:gd name="T15" fmla="*/ 82 h 91"/>
                <a:gd name="T16" fmla="*/ 30 w 46"/>
                <a:gd name="T17" fmla="*/ 5 h 91"/>
                <a:gd name="T18" fmla="*/ 26 w 46"/>
                <a:gd name="T19" fmla="*/ 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91">
                  <a:moveTo>
                    <a:pt x="26" y="1"/>
                  </a:moveTo>
                  <a:cubicBezTo>
                    <a:pt x="25" y="0"/>
                    <a:pt x="23" y="0"/>
                    <a:pt x="21" y="0"/>
                  </a:cubicBezTo>
                  <a:cubicBezTo>
                    <a:pt x="7" y="6"/>
                    <a:pt x="0" y="23"/>
                    <a:pt x="4" y="41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12" y="78"/>
                    <a:pt x="26" y="91"/>
                    <a:pt x="40" y="90"/>
                  </a:cubicBezTo>
                  <a:cubicBezTo>
                    <a:pt x="40" y="90"/>
                    <a:pt x="41" y="90"/>
                    <a:pt x="41" y="90"/>
                  </a:cubicBezTo>
                  <a:cubicBezTo>
                    <a:pt x="43" y="89"/>
                    <a:pt x="44" y="88"/>
                    <a:pt x="45" y="87"/>
                  </a:cubicBezTo>
                  <a:cubicBezTo>
                    <a:pt x="46" y="86"/>
                    <a:pt x="46" y="84"/>
                    <a:pt x="46" y="82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9" y="3"/>
                    <a:pt x="28" y="1"/>
                    <a:pt x="26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47"/>
            <p:cNvSpPr/>
            <p:nvPr/>
          </p:nvSpPr>
          <p:spPr bwMode="auto">
            <a:xfrm>
              <a:off x="10444152" y="3445787"/>
              <a:ext cx="69922" cy="137920"/>
            </a:xfrm>
            <a:custGeom>
              <a:avLst/>
              <a:gdLst>
                <a:gd name="T0" fmla="*/ 20 w 46"/>
                <a:gd name="T1" fmla="*/ 1 h 91"/>
                <a:gd name="T2" fmla="*/ 25 w 46"/>
                <a:gd name="T3" fmla="*/ 0 h 91"/>
                <a:gd name="T4" fmla="*/ 42 w 46"/>
                <a:gd name="T5" fmla="*/ 41 h 91"/>
                <a:gd name="T6" fmla="*/ 38 w 46"/>
                <a:gd name="T7" fmla="*/ 60 h 91"/>
                <a:gd name="T8" fmla="*/ 6 w 46"/>
                <a:gd name="T9" fmla="*/ 90 h 91"/>
                <a:gd name="T10" fmla="*/ 5 w 46"/>
                <a:gd name="T11" fmla="*/ 90 h 91"/>
                <a:gd name="T12" fmla="*/ 1 w 46"/>
                <a:gd name="T13" fmla="*/ 87 h 91"/>
                <a:gd name="T14" fmla="*/ 0 w 46"/>
                <a:gd name="T15" fmla="*/ 82 h 91"/>
                <a:gd name="T16" fmla="*/ 16 w 46"/>
                <a:gd name="T17" fmla="*/ 5 h 91"/>
                <a:gd name="T18" fmla="*/ 20 w 46"/>
                <a:gd name="T19" fmla="*/ 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91">
                  <a:moveTo>
                    <a:pt x="20" y="1"/>
                  </a:moveTo>
                  <a:cubicBezTo>
                    <a:pt x="21" y="0"/>
                    <a:pt x="23" y="0"/>
                    <a:pt x="25" y="0"/>
                  </a:cubicBezTo>
                  <a:cubicBezTo>
                    <a:pt x="39" y="6"/>
                    <a:pt x="46" y="23"/>
                    <a:pt x="42" y="4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4" y="78"/>
                    <a:pt x="20" y="91"/>
                    <a:pt x="6" y="90"/>
                  </a:cubicBezTo>
                  <a:cubicBezTo>
                    <a:pt x="6" y="90"/>
                    <a:pt x="5" y="90"/>
                    <a:pt x="5" y="90"/>
                  </a:cubicBezTo>
                  <a:cubicBezTo>
                    <a:pt x="3" y="89"/>
                    <a:pt x="2" y="88"/>
                    <a:pt x="1" y="87"/>
                  </a:cubicBezTo>
                  <a:cubicBezTo>
                    <a:pt x="0" y="86"/>
                    <a:pt x="0" y="84"/>
                    <a:pt x="0" y="82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7" y="3"/>
                    <a:pt x="18" y="1"/>
                    <a:pt x="2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48"/>
            <p:cNvSpPr/>
            <p:nvPr/>
          </p:nvSpPr>
          <p:spPr bwMode="auto">
            <a:xfrm>
              <a:off x="10252989" y="3329036"/>
              <a:ext cx="280972" cy="198220"/>
            </a:xfrm>
            <a:custGeom>
              <a:avLst/>
              <a:gdLst>
                <a:gd name="T0" fmla="*/ 174 w 185"/>
                <a:gd name="T1" fmla="*/ 131 h 131"/>
                <a:gd name="T2" fmla="*/ 172 w 185"/>
                <a:gd name="T3" fmla="*/ 130 h 131"/>
                <a:gd name="T4" fmla="*/ 170 w 185"/>
                <a:gd name="T5" fmla="*/ 125 h 131"/>
                <a:gd name="T6" fmla="*/ 177 w 185"/>
                <a:gd name="T7" fmla="*/ 92 h 131"/>
                <a:gd name="T8" fmla="*/ 93 w 185"/>
                <a:gd name="T9" fmla="*/ 8 h 131"/>
                <a:gd name="T10" fmla="*/ 8 w 185"/>
                <a:gd name="T11" fmla="*/ 92 h 131"/>
                <a:gd name="T12" fmla="*/ 15 w 185"/>
                <a:gd name="T13" fmla="*/ 125 h 131"/>
                <a:gd name="T14" fmla="*/ 13 w 185"/>
                <a:gd name="T15" fmla="*/ 130 h 131"/>
                <a:gd name="T16" fmla="*/ 7 w 185"/>
                <a:gd name="T17" fmla="*/ 128 h 131"/>
                <a:gd name="T18" fmla="*/ 0 w 185"/>
                <a:gd name="T19" fmla="*/ 92 h 131"/>
                <a:gd name="T20" fmla="*/ 93 w 185"/>
                <a:gd name="T21" fmla="*/ 0 h 131"/>
                <a:gd name="T22" fmla="*/ 185 w 185"/>
                <a:gd name="T23" fmla="*/ 92 h 131"/>
                <a:gd name="T24" fmla="*/ 178 w 185"/>
                <a:gd name="T25" fmla="*/ 128 h 131"/>
                <a:gd name="T26" fmla="*/ 174 w 185"/>
                <a:gd name="T27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5" h="131">
                  <a:moveTo>
                    <a:pt x="174" y="131"/>
                  </a:moveTo>
                  <a:cubicBezTo>
                    <a:pt x="173" y="131"/>
                    <a:pt x="173" y="130"/>
                    <a:pt x="172" y="130"/>
                  </a:cubicBezTo>
                  <a:cubicBezTo>
                    <a:pt x="170" y="129"/>
                    <a:pt x="169" y="127"/>
                    <a:pt x="170" y="125"/>
                  </a:cubicBezTo>
                  <a:cubicBezTo>
                    <a:pt x="174" y="114"/>
                    <a:pt x="177" y="103"/>
                    <a:pt x="177" y="92"/>
                  </a:cubicBezTo>
                  <a:cubicBezTo>
                    <a:pt x="177" y="46"/>
                    <a:pt x="139" y="8"/>
                    <a:pt x="93" y="8"/>
                  </a:cubicBezTo>
                  <a:cubicBezTo>
                    <a:pt x="46" y="8"/>
                    <a:pt x="8" y="46"/>
                    <a:pt x="8" y="92"/>
                  </a:cubicBezTo>
                  <a:cubicBezTo>
                    <a:pt x="8" y="103"/>
                    <a:pt x="11" y="114"/>
                    <a:pt x="15" y="125"/>
                  </a:cubicBezTo>
                  <a:cubicBezTo>
                    <a:pt x="16" y="127"/>
                    <a:pt x="15" y="129"/>
                    <a:pt x="13" y="130"/>
                  </a:cubicBezTo>
                  <a:cubicBezTo>
                    <a:pt x="10" y="131"/>
                    <a:pt x="8" y="130"/>
                    <a:pt x="7" y="128"/>
                  </a:cubicBezTo>
                  <a:cubicBezTo>
                    <a:pt x="2" y="117"/>
                    <a:pt x="0" y="105"/>
                    <a:pt x="0" y="92"/>
                  </a:cubicBezTo>
                  <a:cubicBezTo>
                    <a:pt x="0" y="41"/>
                    <a:pt x="41" y="0"/>
                    <a:pt x="93" y="0"/>
                  </a:cubicBezTo>
                  <a:cubicBezTo>
                    <a:pt x="144" y="0"/>
                    <a:pt x="185" y="41"/>
                    <a:pt x="185" y="92"/>
                  </a:cubicBezTo>
                  <a:cubicBezTo>
                    <a:pt x="185" y="105"/>
                    <a:pt x="183" y="117"/>
                    <a:pt x="178" y="128"/>
                  </a:cubicBezTo>
                  <a:cubicBezTo>
                    <a:pt x="177" y="130"/>
                    <a:pt x="176" y="131"/>
                    <a:pt x="174" y="131"/>
                  </a:cubicBez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49"/>
            <p:cNvSpPr/>
            <p:nvPr/>
          </p:nvSpPr>
          <p:spPr bwMode="auto">
            <a:xfrm>
              <a:off x="10252989" y="3329036"/>
              <a:ext cx="280972" cy="198220"/>
            </a:xfrm>
            <a:custGeom>
              <a:avLst/>
              <a:gdLst>
                <a:gd name="T0" fmla="*/ 174 w 185"/>
                <a:gd name="T1" fmla="*/ 131 h 131"/>
                <a:gd name="T2" fmla="*/ 172 w 185"/>
                <a:gd name="T3" fmla="*/ 130 h 131"/>
                <a:gd name="T4" fmla="*/ 170 w 185"/>
                <a:gd name="T5" fmla="*/ 125 h 131"/>
                <a:gd name="T6" fmla="*/ 177 w 185"/>
                <a:gd name="T7" fmla="*/ 92 h 131"/>
                <a:gd name="T8" fmla="*/ 93 w 185"/>
                <a:gd name="T9" fmla="*/ 8 h 131"/>
                <a:gd name="T10" fmla="*/ 8 w 185"/>
                <a:gd name="T11" fmla="*/ 92 h 131"/>
                <a:gd name="T12" fmla="*/ 15 w 185"/>
                <a:gd name="T13" fmla="*/ 125 h 131"/>
                <a:gd name="T14" fmla="*/ 13 w 185"/>
                <a:gd name="T15" fmla="*/ 130 h 131"/>
                <a:gd name="T16" fmla="*/ 7 w 185"/>
                <a:gd name="T17" fmla="*/ 128 h 131"/>
                <a:gd name="T18" fmla="*/ 0 w 185"/>
                <a:gd name="T19" fmla="*/ 92 h 131"/>
                <a:gd name="T20" fmla="*/ 93 w 185"/>
                <a:gd name="T21" fmla="*/ 0 h 131"/>
                <a:gd name="T22" fmla="*/ 185 w 185"/>
                <a:gd name="T23" fmla="*/ 92 h 131"/>
                <a:gd name="T24" fmla="*/ 178 w 185"/>
                <a:gd name="T25" fmla="*/ 128 h 131"/>
                <a:gd name="T26" fmla="*/ 174 w 185"/>
                <a:gd name="T27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5" h="131">
                  <a:moveTo>
                    <a:pt x="174" y="131"/>
                  </a:moveTo>
                  <a:cubicBezTo>
                    <a:pt x="173" y="131"/>
                    <a:pt x="173" y="130"/>
                    <a:pt x="172" y="130"/>
                  </a:cubicBezTo>
                  <a:cubicBezTo>
                    <a:pt x="170" y="129"/>
                    <a:pt x="169" y="127"/>
                    <a:pt x="170" y="125"/>
                  </a:cubicBezTo>
                  <a:cubicBezTo>
                    <a:pt x="174" y="114"/>
                    <a:pt x="177" y="103"/>
                    <a:pt x="177" y="92"/>
                  </a:cubicBezTo>
                  <a:cubicBezTo>
                    <a:pt x="177" y="46"/>
                    <a:pt x="139" y="8"/>
                    <a:pt x="93" y="8"/>
                  </a:cubicBezTo>
                  <a:cubicBezTo>
                    <a:pt x="46" y="8"/>
                    <a:pt x="8" y="46"/>
                    <a:pt x="8" y="92"/>
                  </a:cubicBezTo>
                  <a:cubicBezTo>
                    <a:pt x="8" y="103"/>
                    <a:pt x="11" y="114"/>
                    <a:pt x="15" y="125"/>
                  </a:cubicBezTo>
                  <a:cubicBezTo>
                    <a:pt x="16" y="127"/>
                    <a:pt x="15" y="129"/>
                    <a:pt x="13" y="130"/>
                  </a:cubicBezTo>
                  <a:cubicBezTo>
                    <a:pt x="10" y="131"/>
                    <a:pt x="8" y="130"/>
                    <a:pt x="7" y="128"/>
                  </a:cubicBezTo>
                  <a:cubicBezTo>
                    <a:pt x="2" y="117"/>
                    <a:pt x="0" y="105"/>
                    <a:pt x="0" y="92"/>
                  </a:cubicBezTo>
                  <a:cubicBezTo>
                    <a:pt x="0" y="41"/>
                    <a:pt x="41" y="0"/>
                    <a:pt x="93" y="0"/>
                  </a:cubicBezTo>
                  <a:cubicBezTo>
                    <a:pt x="144" y="0"/>
                    <a:pt x="185" y="41"/>
                    <a:pt x="185" y="92"/>
                  </a:cubicBezTo>
                  <a:cubicBezTo>
                    <a:pt x="185" y="105"/>
                    <a:pt x="183" y="117"/>
                    <a:pt x="178" y="128"/>
                  </a:cubicBezTo>
                  <a:cubicBezTo>
                    <a:pt x="177" y="130"/>
                    <a:pt x="176" y="131"/>
                    <a:pt x="174" y="1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50"/>
            <p:cNvSpPr/>
            <p:nvPr/>
          </p:nvSpPr>
          <p:spPr bwMode="auto">
            <a:xfrm>
              <a:off x="10257479" y="3329036"/>
              <a:ext cx="271991" cy="102638"/>
            </a:xfrm>
            <a:custGeom>
              <a:avLst/>
              <a:gdLst>
                <a:gd name="T0" fmla="*/ 169 w 179"/>
                <a:gd name="T1" fmla="*/ 67 h 68"/>
                <a:gd name="T2" fmla="*/ 161 w 179"/>
                <a:gd name="T3" fmla="*/ 62 h 68"/>
                <a:gd name="T4" fmla="*/ 90 w 179"/>
                <a:gd name="T5" fmla="*/ 17 h 68"/>
                <a:gd name="T6" fmla="*/ 18 w 179"/>
                <a:gd name="T7" fmla="*/ 62 h 68"/>
                <a:gd name="T8" fmla="*/ 6 w 179"/>
                <a:gd name="T9" fmla="*/ 66 h 68"/>
                <a:gd name="T10" fmla="*/ 2 w 179"/>
                <a:gd name="T11" fmla="*/ 54 h 68"/>
                <a:gd name="T12" fmla="*/ 90 w 179"/>
                <a:gd name="T13" fmla="*/ 0 h 68"/>
                <a:gd name="T14" fmla="*/ 177 w 179"/>
                <a:gd name="T15" fmla="*/ 54 h 68"/>
                <a:gd name="T16" fmla="*/ 173 w 179"/>
                <a:gd name="T17" fmla="*/ 66 h 68"/>
                <a:gd name="T18" fmla="*/ 169 w 179"/>
                <a:gd name="T19" fmla="*/ 6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9" h="68">
                  <a:moveTo>
                    <a:pt x="169" y="67"/>
                  </a:moveTo>
                  <a:cubicBezTo>
                    <a:pt x="166" y="67"/>
                    <a:pt x="163" y="65"/>
                    <a:pt x="161" y="62"/>
                  </a:cubicBezTo>
                  <a:cubicBezTo>
                    <a:pt x="148" y="34"/>
                    <a:pt x="120" y="17"/>
                    <a:pt x="90" y="17"/>
                  </a:cubicBezTo>
                  <a:cubicBezTo>
                    <a:pt x="59" y="17"/>
                    <a:pt x="31" y="34"/>
                    <a:pt x="18" y="62"/>
                  </a:cubicBezTo>
                  <a:cubicBezTo>
                    <a:pt x="16" y="66"/>
                    <a:pt x="10" y="68"/>
                    <a:pt x="6" y="66"/>
                  </a:cubicBezTo>
                  <a:cubicBezTo>
                    <a:pt x="2" y="64"/>
                    <a:pt x="0" y="59"/>
                    <a:pt x="2" y="54"/>
                  </a:cubicBezTo>
                  <a:cubicBezTo>
                    <a:pt x="18" y="21"/>
                    <a:pt x="52" y="0"/>
                    <a:pt x="90" y="0"/>
                  </a:cubicBezTo>
                  <a:cubicBezTo>
                    <a:pt x="127" y="0"/>
                    <a:pt x="161" y="21"/>
                    <a:pt x="177" y="54"/>
                  </a:cubicBezTo>
                  <a:cubicBezTo>
                    <a:pt x="179" y="59"/>
                    <a:pt x="177" y="64"/>
                    <a:pt x="173" y="66"/>
                  </a:cubicBezTo>
                  <a:cubicBezTo>
                    <a:pt x="172" y="67"/>
                    <a:pt x="170" y="67"/>
                    <a:pt x="169" y="6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51"/>
            <p:cNvSpPr>
              <a:spLocks noEditPoints="1"/>
            </p:cNvSpPr>
            <p:nvPr/>
          </p:nvSpPr>
          <p:spPr bwMode="auto">
            <a:xfrm>
              <a:off x="10201669" y="2055039"/>
              <a:ext cx="166787" cy="89167"/>
            </a:xfrm>
            <a:custGeom>
              <a:avLst/>
              <a:gdLst>
                <a:gd name="T0" fmla="*/ 55 w 110"/>
                <a:gd name="T1" fmla="*/ 0 h 59"/>
                <a:gd name="T2" fmla="*/ 0 w 110"/>
                <a:gd name="T3" fmla="*/ 29 h 59"/>
                <a:gd name="T4" fmla="*/ 0 w 110"/>
                <a:gd name="T5" fmla="*/ 29 h 59"/>
                <a:gd name="T6" fmla="*/ 55 w 110"/>
                <a:gd name="T7" fmla="*/ 59 h 59"/>
                <a:gd name="T8" fmla="*/ 110 w 110"/>
                <a:gd name="T9" fmla="*/ 29 h 59"/>
                <a:gd name="T10" fmla="*/ 110 w 110"/>
                <a:gd name="T11" fmla="*/ 29 h 59"/>
                <a:gd name="T12" fmla="*/ 55 w 110"/>
                <a:gd name="T13" fmla="*/ 0 h 59"/>
                <a:gd name="T14" fmla="*/ 57 w 110"/>
                <a:gd name="T15" fmla="*/ 24 h 59"/>
                <a:gd name="T16" fmla="*/ 64 w 110"/>
                <a:gd name="T17" fmla="*/ 17 h 59"/>
                <a:gd name="T18" fmla="*/ 71 w 110"/>
                <a:gd name="T19" fmla="*/ 24 h 59"/>
                <a:gd name="T20" fmla="*/ 64 w 110"/>
                <a:gd name="T21" fmla="*/ 31 h 59"/>
                <a:gd name="T22" fmla="*/ 57 w 110"/>
                <a:gd name="T23" fmla="*/ 24 h 59"/>
                <a:gd name="T24" fmla="*/ 7 w 110"/>
                <a:gd name="T25" fmla="*/ 29 h 59"/>
                <a:gd name="T26" fmla="*/ 43 w 110"/>
                <a:gd name="T27" fmla="*/ 8 h 59"/>
                <a:gd name="T28" fmla="*/ 30 w 110"/>
                <a:gd name="T29" fmla="*/ 30 h 59"/>
                <a:gd name="T30" fmla="*/ 42 w 110"/>
                <a:gd name="T31" fmla="*/ 51 h 59"/>
                <a:gd name="T32" fmla="*/ 23 w 110"/>
                <a:gd name="T33" fmla="*/ 44 h 59"/>
                <a:gd name="T34" fmla="*/ 7 w 110"/>
                <a:gd name="T35" fmla="*/ 29 h 59"/>
                <a:gd name="T36" fmla="*/ 67 w 110"/>
                <a:gd name="T37" fmla="*/ 51 h 59"/>
                <a:gd name="T38" fmla="*/ 79 w 110"/>
                <a:gd name="T39" fmla="*/ 30 h 59"/>
                <a:gd name="T40" fmla="*/ 66 w 110"/>
                <a:gd name="T41" fmla="*/ 8 h 59"/>
                <a:gd name="T42" fmla="*/ 102 w 110"/>
                <a:gd name="T43" fmla="*/ 29 h 59"/>
                <a:gd name="T44" fmla="*/ 67 w 110"/>
                <a:gd name="T45" fmla="*/ 5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0" h="59">
                  <a:moveTo>
                    <a:pt x="55" y="0"/>
                  </a:moveTo>
                  <a:cubicBezTo>
                    <a:pt x="28" y="0"/>
                    <a:pt x="6" y="13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6" y="46"/>
                    <a:pt x="28" y="59"/>
                    <a:pt x="55" y="59"/>
                  </a:cubicBezTo>
                  <a:cubicBezTo>
                    <a:pt x="81" y="59"/>
                    <a:pt x="103" y="46"/>
                    <a:pt x="110" y="29"/>
                  </a:cubicBezTo>
                  <a:cubicBezTo>
                    <a:pt x="110" y="29"/>
                    <a:pt x="110" y="29"/>
                    <a:pt x="110" y="29"/>
                  </a:cubicBezTo>
                  <a:cubicBezTo>
                    <a:pt x="103" y="13"/>
                    <a:pt x="81" y="0"/>
                    <a:pt x="55" y="0"/>
                  </a:cubicBezTo>
                  <a:close/>
                  <a:moveTo>
                    <a:pt x="57" y="24"/>
                  </a:moveTo>
                  <a:cubicBezTo>
                    <a:pt x="57" y="20"/>
                    <a:pt x="60" y="17"/>
                    <a:pt x="64" y="17"/>
                  </a:cubicBezTo>
                  <a:cubicBezTo>
                    <a:pt x="68" y="17"/>
                    <a:pt x="71" y="20"/>
                    <a:pt x="71" y="24"/>
                  </a:cubicBezTo>
                  <a:cubicBezTo>
                    <a:pt x="71" y="28"/>
                    <a:pt x="68" y="31"/>
                    <a:pt x="64" y="31"/>
                  </a:cubicBezTo>
                  <a:cubicBezTo>
                    <a:pt x="60" y="31"/>
                    <a:pt x="57" y="28"/>
                    <a:pt x="57" y="24"/>
                  </a:cubicBezTo>
                  <a:close/>
                  <a:moveTo>
                    <a:pt x="7" y="29"/>
                  </a:moveTo>
                  <a:cubicBezTo>
                    <a:pt x="13" y="19"/>
                    <a:pt x="27" y="11"/>
                    <a:pt x="43" y="8"/>
                  </a:cubicBezTo>
                  <a:cubicBezTo>
                    <a:pt x="35" y="12"/>
                    <a:pt x="30" y="20"/>
                    <a:pt x="30" y="30"/>
                  </a:cubicBezTo>
                  <a:cubicBezTo>
                    <a:pt x="30" y="39"/>
                    <a:pt x="35" y="46"/>
                    <a:pt x="42" y="51"/>
                  </a:cubicBezTo>
                  <a:cubicBezTo>
                    <a:pt x="35" y="49"/>
                    <a:pt x="29" y="47"/>
                    <a:pt x="23" y="44"/>
                  </a:cubicBezTo>
                  <a:cubicBezTo>
                    <a:pt x="16" y="40"/>
                    <a:pt x="10" y="35"/>
                    <a:pt x="7" y="29"/>
                  </a:cubicBezTo>
                  <a:close/>
                  <a:moveTo>
                    <a:pt x="67" y="51"/>
                  </a:moveTo>
                  <a:cubicBezTo>
                    <a:pt x="74" y="46"/>
                    <a:pt x="79" y="39"/>
                    <a:pt x="79" y="30"/>
                  </a:cubicBezTo>
                  <a:cubicBezTo>
                    <a:pt x="79" y="20"/>
                    <a:pt x="74" y="12"/>
                    <a:pt x="66" y="8"/>
                  </a:cubicBezTo>
                  <a:cubicBezTo>
                    <a:pt x="83" y="11"/>
                    <a:pt x="96" y="19"/>
                    <a:pt x="102" y="29"/>
                  </a:cubicBezTo>
                  <a:cubicBezTo>
                    <a:pt x="96" y="40"/>
                    <a:pt x="83" y="48"/>
                    <a:pt x="67" y="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040" y="144780"/>
            <a:ext cx="409003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核心难点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42975" y="1049655"/>
            <a:ext cx="4970145" cy="1742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难点一：手写作业拍摄环境复杂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解决方案：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1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、图像</a:t>
            </a:r>
            <a:r>
              <a:rPr lang="zh-CN" altLang="en-US" sz="1600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预处理流水线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降噪纠偏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2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、基于 </a:t>
            </a:r>
            <a:r>
              <a:rPr lang="en-US" altLang="zh-CN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PP-OCRv6 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做置信度过滤 + 版面排序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endParaRPr lang="en-US" altLang="zh-CN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42975" y="3820795"/>
            <a:ext cx="4970145" cy="267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难点二：多题型答案规则复杂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解决方案：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1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、文本归一化 + 模糊编辑距离匹配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2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、数学表达式安全解析 + 相对误差容错校验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3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、选择题集合判定，设计无错选漏选比例计分规则。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39915" y="946785"/>
            <a:ext cx="4840605" cy="1828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难点三：多角色业务流转复杂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解决方案：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1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、基于请求头做身份认证，封装</a:t>
            </a:r>
            <a:r>
              <a:rPr lang="zh-CN" altLang="en-US" sz="1600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教师权限拦截器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；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2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、数据库查询时根据角色自动过滤数据，作业、提交记录绑定用户 </a:t>
            </a:r>
            <a:r>
              <a:rPr lang="en-US" altLang="zh-CN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ID，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同时限制管理员账号删除保护。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39280" y="3812540"/>
            <a:ext cx="4841240" cy="267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难点四：大模型调用不稳定，容易出现格式异常、网络超时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解决方案：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1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、通过 </a:t>
            </a:r>
            <a:r>
              <a:rPr lang="en-US" altLang="zh-CN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Prompt 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约束 + 接口强制 </a:t>
            </a:r>
            <a:r>
              <a:rPr lang="en-US" altLang="zh-CN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JSON 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格式输出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2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、设置低 </a:t>
            </a:r>
            <a:r>
              <a:rPr lang="en-US" altLang="zh-CN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temperature 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抑制模型随机生成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3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、全链路捕获异常，</a:t>
            </a:r>
            <a:r>
              <a:rPr lang="zh-CN" altLang="en-US" sz="1600">
                <a:solidFill>
                  <a:srgbClr val="FF0000"/>
                </a:solidFill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失败自动降级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使用原始 </a:t>
            </a:r>
            <a:r>
              <a:rPr lang="en-US" altLang="zh-CN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OCR </a:t>
            </a:r>
            <a:r>
              <a:rPr lang="zh-CN" altLang="en-US" sz="1600">
                <a:latin typeface="Arial" panose="020B0604020202090204" pitchFamily="34" charset="0"/>
                <a:ea typeface="+mn-lt"/>
                <a:cs typeface="Arial" panose="020B0604020202090204" pitchFamily="34" charset="0"/>
              </a:rPr>
              <a:t>结果</a:t>
            </a:r>
            <a:endParaRPr lang="zh-CN" altLang="en-US" sz="1600">
              <a:latin typeface="Arial" panose="020B0604020202090204" pitchFamily="34" charset="0"/>
              <a:ea typeface="+mn-lt"/>
              <a:cs typeface="Arial" panose="020B0604020202090204" pitchFamily="34" charset="0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4791075" y="2374900"/>
            <a:ext cx="2142490" cy="2197100"/>
            <a:chOff x="7639" y="3814"/>
            <a:chExt cx="4112" cy="4364"/>
          </a:xfrm>
        </p:grpSpPr>
        <p:grpSp>
          <p:nvGrpSpPr>
            <p:cNvPr id="51" name="组合 50"/>
            <p:cNvGrpSpPr/>
            <p:nvPr/>
          </p:nvGrpSpPr>
          <p:grpSpPr>
            <a:xfrm>
              <a:off x="7639" y="3814"/>
              <a:ext cx="4112" cy="4364"/>
              <a:chOff x="4850508" y="2421587"/>
              <a:chExt cx="2611029" cy="2771045"/>
            </a:xfrm>
          </p:grpSpPr>
          <p:grpSp>
            <p:nvGrpSpPr>
              <p:cNvPr id="52" name="组合 51"/>
              <p:cNvGrpSpPr/>
              <p:nvPr/>
            </p:nvGrpSpPr>
            <p:grpSpPr>
              <a:xfrm>
                <a:off x="4850508" y="2421587"/>
                <a:ext cx="2611029" cy="2771045"/>
                <a:chOff x="4706145" y="2295753"/>
                <a:chExt cx="2779711" cy="2950065"/>
              </a:xfrm>
            </p:grpSpPr>
            <p:sp>
              <p:nvSpPr>
                <p:cNvPr id="13" name="Freeform 5"/>
                <p:cNvSpPr/>
                <p:nvPr/>
              </p:nvSpPr>
              <p:spPr bwMode="auto">
                <a:xfrm>
                  <a:off x="5454718" y="4770794"/>
                  <a:ext cx="1253081" cy="475024"/>
                </a:xfrm>
                <a:custGeom>
                  <a:avLst/>
                  <a:gdLst>
                    <a:gd name="T0" fmla="*/ 44 w 87"/>
                    <a:gd name="T1" fmla="*/ 10 h 33"/>
                    <a:gd name="T2" fmla="*/ 8 w 87"/>
                    <a:gd name="T3" fmla="*/ 0 h 33"/>
                    <a:gd name="T4" fmla="*/ 0 w 87"/>
                    <a:gd name="T5" fmla="*/ 13 h 33"/>
                    <a:gd name="T6" fmla="*/ 32 w 87"/>
                    <a:gd name="T7" fmla="*/ 24 h 33"/>
                    <a:gd name="T8" fmla="*/ 44 w 87"/>
                    <a:gd name="T9" fmla="*/ 33 h 33"/>
                    <a:gd name="T10" fmla="*/ 56 w 87"/>
                    <a:gd name="T11" fmla="*/ 24 h 33"/>
                    <a:gd name="T12" fmla="*/ 87 w 87"/>
                    <a:gd name="T13" fmla="*/ 13 h 33"/>
                    <a:gd name="T14" fmla="*/ 80 w 87"/>
                    <a:gd name="T15" fmla="*/ 0 h 33"/>
                    <a:gd name="T16" fmla="*/ 44 w 87"/>
                    <a:gd name="T17" fmla="*/ 1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7" h="33">
                      <a:moveTo>
                        <a:pt x="44" y="10"/>
                      </a:moveTo>
                      <a:cubicBezTo>
                        <a:pt x="31" y="10"/>
                        <a:pt x="18" y="6"/>
                        <a:pt x="8" y="0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0" y="19"/>
                        <a:pt x="21" y="23"/>
                        <a:pt x="32" y="24"/>
                      </a:cubicBezTo>
                      <a:cubicBezTo>
                        <a:pt x="44" y="33"/>
                        <a:pt x="44" y="33"/>
                        <a:pt x="44" y="33"/>
                      </a:cubicBezTo>
                      <a:cubicBezTo>
                        <a:pt x="56" y="24"/>
                        <a:pt x="56" y="24"/>
                        <a:pt x="56" y="24"/>
                      </a:cubicBezTo>
                      <a:cubicBezTo>
                        <a:pt x="67" y="23"/>
                        <a:pt x="78" y="19"/>
                        <a:pt x="87" y="13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69" y="6"/>
                        <a:pt x="57" y="10"/>
                        <a:pt x="44" y="10"/>
                      </a:cubicBezTo>
                      <a:close/>
                    </a:path>
                  </a:pathLst>
                </a:custGeom>
                <a:solidFill>
                  <a:srgbClr val="005CA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" name="Freeform 8"/>
                <p:cNvSpPr/>
                <p:nvPr/>
              </p:nvSpPr>
              <p:spPr bwMode="auto">
                <a:xfrm>
                  <a:off x="6722541" y="2669221"/>
                  <a:ext cx="748573" cy="1079452"/>
                </a:xfrm>
                <a:custGeom>
                  <a:avLst/>
                  <a:gdLst>
                    <a:gd name="T0" fmla="*/ 37 w 52"/>
                    <a:gd name="T1" fmla="*/ 75 h 75"/>
                    <a:gd name="T2" fmla="*/ 52 w 52"/>
                    <a:gd name="T3" fmla="*/ 75 h 75"/>
                    <a:gd name="T4" fmla="*/ 45 w 52"/>
                    <a:gd name="T5" fmla="*/ 42 h 75"/>
                    <a:gd name="T6" fmla="*/ 47 w 52"/>
                    <a:gd name="T7" fmla="*/ 27 h 75"/>
                    <a:gd name="T8" fmla="*/ 33 w 52"/>
                    <a:gd name="T9" fmla="*/ 22 h 75"/>
                    <a:gd name="T10" fmla="*/ 8 w 52"/>
                    <a:gd name="T11" fmla="*/ 0 h 75"/>
                    <a:gd name="T12" fmla="*/ 0 w 52"/>
                    <a:gd name="T13" fmla="*/ 13 h 75"/>
                    <a:gd name="T14" fmla="*/ 37 w 52"/>
                    <a:gd name="T15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2" h="75">
                      <a:moveTo>
                        <a:pt x="37" y="75"/>
                      </a:moveTo>
                      <a:cubicBezTo>
                        <a:pt x="52" y="75"/>
                        <a:pt x="52" y="75"/>
                        <a:pt x="52" y="75"/>
                      </a:cubicBezTo>
                      <a:cubicBezTo>
                        <a:pt x="52" y="63"/>
                        <a:pt x="49" y="52"/>
                        <a:pt x="45" y="42"/>
                      </a:cubicBezTo>
                      <a:cubicBezTo>
                        <a:pt x="47" y="27"/>
                        <a:pt x="47" y="27"/>
                        <a:pt x="47" y="27"/>
                      </a:cubicBezTo>
                      <a:cubicBezTo>
                        <a:pt x="33" y="22"/>
                        <a:pt x="33" y="22"/>
                        <a:pt x="33" y="22"/>
                      </a:cubicBezTo>
                      <a:cubicBezTo>
                        <a:pt x="26" y="13"/>
                        <a:pt x="18" y="5"/>
                        <a:pt x="8" y="0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22" y="25"/>
                        <a:pt x="37" y="48"/>
                        <a:pt x="37" y="75"/>
                      </a:cubicBezTo>
                      <a:close/>
                    </a:path>
                  </a:pathLst>
                </a:custGeom>
                <a:solidFill>
                  <a:srgbClr val="005CA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2"/>
                <p:cNvSpPr/>
                <p:nvPr/>
              </p:nvSpPr>
              <p:spPr bwMode="auto">
                <a:xfrm>
                  <a:off x="6737283" y="3806003"/>
                  <a:ext cx="748573" cy="1079452"/>
                </a:xfrm>
                <a:custGeom>
                  <a:avLst/>
                  <a:gdLst>
                    <a:gd name="T0" fmla="*/ 36 w 52"/>
                    <a:gd name="T1" fmla="*/ 0 h 75"/>
                    <a:gd name="T2" fmla="*/ 0 w 52"/>
                    <a:gd name="T3" fmla="*/ 62 h 75"/>
                    <a:gd name="T4" fmla="*/ 8 w 52"/>
                    <a:gd name="T5" fmla="*/ 75 h 75"/>
                    <a:gd name="T6" fmla="*/ 33 w 52"/>
                    <a:gd name="T7" fmla="*/ 53 h 75"/>
                    <a:gd name="T8" fmla="*/ 47 w 52"/>
                    <a:gd name="T9" fmla="*/ 47 h 75"/>
                    <a:gd name="T10" fmla="*/ 45 w 52"/>
                    <a:gd name="T11" fmla="*/ 33 h 75"/>
                    <a:gd name="T12" fmla="*/ 52 w 52"/>
                    <a:gd name="T13" fmla="*/ 0 h 75"/>
                    <a:gd name="T14" fmla="*/ 36 w 52"/>
                    <a:gd name="T1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2" h="75">
                      <a:moveTo>
                        <a:pt x="36" y="0"/>
                      </a:moveTo>
                      <a:cubicBezTo>
                        <a:pt x="36" y="26"/>
                        <a:pt x="22" y="50"/>
                        <a:pt x="0" y="62"/>
                      </a:cubicBezTo>
                      <a:cubicBezTo>
                        <a:pt x="8" y="75"/>
                        <a:pt x="8" y="75"/>
                        <a:pt x="8" y="75"/>
                      </a:cubicBezTo>
                      <a:cubicBezTo>
                        <a:pt x="18" y="69"/>
                        <a:pt x="26" y="62"/>
                        <a:pt x="33" y="53"/>
                      </a:cubicBezTo>
                      <a:cubicBezTo>
                        <a:pt x="47" y="47"/>
                        <a:pt x="47" y="47"/>
                        <a:pt x="47" y="47"/>
                      </a:cubicBezTo>
                      <a:cubicBezTo>
                        <a:pt x="45" y="33"/>
                        <a:pt x="45" y="33"/>
                        <a:pt x="45" y="33"/>
                      </a:cubicBezTo>
                      <a:cubicBezTo>
                        <a:pt x="49" y="22"/>
                        <a:pt x="52" y="11"/>
                        <a:pt x="52" y="0"/>
                      </a:cubicBez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5CA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4"/>
                <p:cNvSpPr/>
                <p:nvPr/>
              </p:nvSpPr>
              <p:spPr bwMode="auto">
                <a:xfrm>
                  <a:off x="5454718" y="2310495"/>
                  <a:ext cx="1253081" cy="475024"/>
                </a:xfrm>
                <a:custGeom>
                  <a:avLst/>
                  <a:gdLst>
                    <a:gd name="T0" fmla="*/ 44 w 87"/>
                    <a:gd name="T1" fmla="*/ 24 h 33"/>
                    <a:gd name="T2" fmla="*/ 80 w 87"/>
                    <a:gd name="T3" fmla="*/ 33 h 33"/>
                    <a:gd name="T4" fmla="*/ 87 w 87"/>
                    <a:gd name="T5" fmla="*/ 20 h 33"/>
                    <a:gd name="T6" fmla="*/ 56 w 87"/>
                    <a:gd name="T7" fmla="*/ 9 h 33"/>
                    <a:gd name="T8" fmla="*/ 44 w 87"/>
                    <a:gd name="T9" fmla="*/ 0 h 33"/>
                    <a:gd name="T10" fmla="*/ 32 w 87"/>
                    <a:gd name="T11" fmla="*/ 9 h 33"/>
                    <a:gd name="T12" fmla="*/ 0 w 87"/>
                    <a:gd name="T13" fmla="*/ 20 h 33"/>
                    <a:gd name="T14" fmla="*/ 8 w 87"/>
                    <a:gd name="T15" fmla="*/ 33 h 33"/>
                    <a:gd name="T16" fmla="*/ 44 w 87"/>
                    <a:gd name="T17" fmla="*/ 24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7" h="33">
                      <a:moveTo>
                        <a:pt x="44" y="24"/>
                      </a:moveTo>
                      <a:cubicBezTo>
                        <a:pt x="57" y="24"/>
                        <a:pt x="69" y="27"/>
                        <a:pt x="80" y="33"/>
                      </a:cubicBezTo>
                      <a:cubicBezTo>
                        <a:pt x="87" y="20"/>
                        <a:pt x="87" y="20"/>
                        <a:pt x="87" y="20"/>
                      </a:cubicBezTo>
                      <a:cubicBezTo>
                        <a:pt x="78" y="15"/>
                        <a:pt x="67" y="11"/>
                        <a:pt x="56" y="9"/>
                      </a:cubicBezTo>
                      <a:cubicBezTo>
                        <a:pt x="44" y="0"/>
                        <a:pt x="44" y="0"/>
                        <a:pt x="44" y="0"/>
                      </a:cubicBezTo>
                      <a:cubicBezTo>
                        <a:pt x="32" y="9"/>
                        <a:pt x="32" y="9"/>
                        <a:pt x="32" y="9"/>
                      </a:cubicBezTo>
                      <a:cubicBezTo>
                        <a:pt x="21" y="11"/>
                        <a:pt x="10" y="15"/>
                        <a:pt x="0" y="20"/>
                      </a:cubicBezTo>
                      <a:cubicBezTo>
                        <a:pt x="8" y="33"/>
                        <a:pt x="8" y="33"/>
                        <a:pt x="8" y="33"/>
                      </a:cubicBezTo>
                      <a:cubicBezTo>
                        <a:pt x="18" y="27"/>
                        <a:pt x="31" y="24"/>
                        <a:pt x="44" y="24"/>
                      </a:cubicBezTo>
                      <a:close/>
                    </a:path>
                  </a:pathLst>
                </a:custGeom>
                <a:solidFill>
                  <a:srgbClr val="5D5D5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Freeform 15"/>
                <p:cNvSpPr/>
                <p:nvPr/>
              </p:nvSpPr>
              <p:spPr bwMode="auto">
                <a:xfrm>
                  <a:off x="5469460" y="2295753"/>
                  <a:ext cx="1253081" cy="475024"/>
                </a:xfrm>
                <a:custGeom>
                  <a:avLst/>
                  <a:gdLst>
                    <a:gd name="T0" fmla="*/ 44 w 87"/>
                    <a:gd name="T1" fmla="*/ 24 h 33"/>
                    <a:gd name="T2" fmla="*/ 80 w 87"/>
                    <a:gd name="T3" fmla="*/ 33 h 33"/>
                    <a:gd name="T4" fmla="*/ 87 w 87"/>
                    <a:gd name="T5" fmla="*/ 20 h 33"/>
                    <a:gd name="T6" fmla="*/ 56 w 87"/>
                    <a:gd name="T7" fmla="*/ 9 h 33"/>
                    <a:gd name="T8" fmla="*/ 44 w 87"/>
                    <a:gd name="T9" fmla="*/ 0 h 33"/>
                    <a:gd name="T10" fmla="*/ 32 w 87"/>
                    <a:gd name="T11" fmla="*/ 9 h 33"/>
                    <a:gd name="T12" fmla="*/ 0 w 87"/>
                    <a:gd name="T13" fmla="*/ 20 h 33"/>
                    <a:gd name="T14" fmla="*/ 8 w 87"/>
                    <a:gd name="T15" fmla="*/ 33 h 33"/>
                    <a:gd name="T16" fmla="*/ 44 w 87"/>
                    <a:gd name="T17" fmla="*/ 24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7" h="33">
                      <a:moveTo>
                        <a:pt x="44" y="24"/>
                      </a:moveTo>
                      <a:cubicBezTo>
                        <a:pt x="57" y="24"/>
                        <a:pt x="69" y="27"/>
                        <a:pt x="80" y="33"/>
                      </a:cubicBezTo>
                      <a:cubicBezTo>
                        <a:pt x="87" y="20"/>
                        <a:pt x="87" y="20"/>
                        <a:pt x="87" y="20"/>
                      </a:cubicBezTo>
                      <a:cubicBezTo>
                        <a:pt x="78" y="15"/>
                        <a:pt x="67" y="11"/>
                        <a:pt x="56" y="9"/>
                      </a:cubicBezTo>
                      <a:cubicBezTo>
                        <a:pt x="44" y="0"/>
                        <a:pt x="44" y="0"/>
                        <a:pt x="44" y="0"/>
                      </a:cubicBezTo>
                      <a:cubicBezTo>
                        <a:pt x="32" y="9"/>
                        <a:pt x="32" y="9"/>
                        <a:pt x="32" y="9"/>
                      </a:cubicBezTo>
                      <a:cubicBezTo>
                        <a:pt x="20" y="11"/>
                        <a:pt x="10" y="15"/>
                        <a:pt x="0" y="20"/>
                      </a:cubicBezTo>
                      <a:cubicBezTo>
                        <a:pt x="8" y="33"/>
                        <a:pt x="8" y="33"/>
                        <a:pt x="8" y="33"/>
                      </a:cubicBezTo>
                      <a:cubicBezTo>
                        <a:pt x="18" y="27"/>
                        <a:pt x="31" y="24"/>
                        <a:pt x="44" y="24"/>
                      </a:cubicBezTo>
                      <a:close/>
                    </a:path>
                  </a:pathLst>
                </a:custGeom>
                <a:solidFill>
                  <a:srgbClr val="005CA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7"/>
                <p:cNvSpPr/>
                <p:nvPr/>
              </p:nvSpPr>
              <p:spPr bwMode="auto">
                <a:xfrm>
                  <a:off x="4706145" y="3806003"/>
                  <a:ext cx="733831" cy="1094194"/>
                </a:xfrm>
                <a:custGeom>
                  <a:avLst/>
                  <a:gdLst>
                    <a:gd name="T0" fmla="*/ 15 w 51"/>
                    <a:gd name="T1" fmla="*/ 0 h 76"/>
                    <a:gd name="T2" fmla="*/ 0 w 51"/>
                    <a:gd name="T3" fmla="*/ 0 h 76"/>
                    <a:gd name="T4" fmla="*/ 6 w 51"/>
                    <a:gd name="T5" fmla="*/ 33 h 76"/>
                    <a:gd name="T6" fmla="*/ 5 w 51"/>
                    <a:gd name="T7" fmla="*/ 48 h 76"/>
                    <a:gd name="T8" fmla="*/ 18 w 51"/>
                    <a:gd name="T9" fmla="*/ 54 h 76"/>
                    <a:gd name="T10" fmla="*/ 44 w 51"/>
                    <a:gd name="T11" fmla="*/ 76 h 76"/>
                    <a:gd name="T12" fmla="*/ 51 w 51"/>
                    <a:gd name="T13" fmla="*/ 63 h 76"/>
                    <a:gd name="T14" fmla="*/ 15 w 51"/>
                    <a:gd name="T15" fmla="*/ 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1" h="76">
                      <a:moveTo>
                        <a:pt x="15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2"/>
                        <a:pt x="2" y="23"/>
                        <a:pt x="6" y="33"/>
                      </a:cubicBezTo>
                      <a:cubicBezTo>
                        <a:pt x="5" y="48"/>
                        <a:pt x="5" y="48"/>
                        <a:pt x="5" y="48"/>
                      </a:cubicBezTo>
                      <a:cubicBezTo>
                        <a:pt x="18" y="54"/>
                        <a:pt x="18" y="54"/>
                        <a:pt x="18" y="54"/>
                      </a:cubicBezTo>
                      <a:cubicBezTo>
                        <a:pt x="25" y="63"/>
                        <a:pt x="34" y="70"/>
                        <a:pt x="44" y="76"/>
                      </a:cubicBezTo>
                      <a:cubicBezTo>
                        <a:pt x="51" y="63"/>
                        <a:pt x="51" y="63"/>
                        <a:pt x="51" y="63"/>
                      </a:cubicBezTo>
                      <a:cubicBezTo>
                        <a:pt x="30" y="50"/>
                        <a:pt x="15" y="27"/>
                        <a:pt x="15" y="0"/>
                      </a:cubicBezTo>
                      <a:close/>
                    </a:path>
                  </a:pathLst>
                </a:custGeom>
                <a:solidFill>
                  <a:srgbClr val="005CA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20"/>
                <p:cNvSpPr/>
                <p:nvPr/>
              </p:nvSpPr>
              <p:spPr bwMode="auto">
                <a:xfrm>
                  <a:off x="4706145" y="2669221"/>
                  <a:ext cx="733831" cy="1079452"/>
                </a:xfrm>
                <a:custGeom>
                  <a:avLst/>
                  <a:gdLst>
                    <a:gd name="T0" fmla="*/ 51 w 51"/>
                    <a:gd name="T1" fmla="*/ 13 h 75"/>
                    <a:gd name="T2" fmla="*/ 44 w 51"/>
                    <a:gd name="T3" fmla="*/ 0 h 75"/>
                    <a:gd name="T4" fmla="*/ 18 w 51"/>
                    <a:gd name="T5" fmla="*/ 22 h 75"/>
                    <a:gd name="T6" fmla="*/ 5 w 51"/>
                    <a:gd name="T7" fmla="*/ 27 h 75"/>
                    <a:gd name="T8" fmla="*/ 6 w 51"/>
                    <a:gd name="T9" fmla="*/ 42 h 75"/>
                    <a:gd name="T10" fmla="*/ 0 w 51"/>
                    <a:gd name="T11" fmla="*/ 75 h 75"/>
                    <a:gd name="T12" fmla="*/ 15 w 51"/>
                    <a:gd name="T13" fmla="*/ 75 h 75"/>
                    <a:gd name="T14" fmla="*/ 51 w 51"/>
                    <a:gd name="T15" fmla="*/ 13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1" h="75">
                      <a:moveTo>
                        <a:pt x="51" y="13"/>
                      </a:moveTo>
                      <a:cubicBezTo>
                        <a:pt x="44" y="0"/>
                        <a:pt x="44" y="0"/>
                        <a:pt x="44" y="0"/>
                      </a:cubicBezTo>
                      <a:cubicBezTo>
                        <a:pt x="34" y="5"/>
                        <a:pt x="25" y="13"/>
                        <a:pt x="18" y="22"/>
                      </a:cubicBezTo>
                      <a:cubicBezTo>
                        <a:pt x="5" y="27"/>
                        <a:pt x="5" y="27"/>
                        <a:pt x="5" y="27"/>
                      </a:cubicBezTo>
                      <a:cubicBezTo>
                        <a:pt x="6" y="42"/>
                        <a:pt x="6" y="42"/>
                        <a:pt x="6" y="42"/>
                      </a:cubicBezTo>
                      <a:cubicBezTo>
                        <a:pt x="2" y="52"/>
                        <a:pt x="0" y="63"/>
                        <a:pt x="0" y="75"/>
                      </a:cubicBezTo>
                      <a:cubicBezTo>
                        <a:pt x="15" y="75"/>
                        <a:pt x="15" y="75"/>
                        <a:pt x="15" y="75"/>
                      </a:cubicBezTo>
                      <a:cubicBezTo>
                        <a:pt x="15" y="48"/>
                        <a:pt x="30" y="25"/>
                        <a:pt x="51" y="13"/>
                      </a:cubicBezTo>
                      <a:close/>
                    </a:path>
                  </a:pathLst>
                </a:custGeom>
                <a:solidFill>
                  <a:srgbClr val="005CA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" name="Group 4"/>
              <p:cNvGrpSpPr>
                <a:grpSpLocks noChangeAspect="1"/>
              </p:cNvGrpSpPr>
              <p:nvPr/>
            </p:nvGrpSpPr>
            <p:grpSpPr bwMode="auto">
              <a:xfrm>
                <a:off x="5761459" y="3403613"/>
                <a:ext cx="776713" cy="776713"/>
                <a:chOff x="3666" y="1986"/>
                <a:chExt cx="348" cy="348"/>
              </a:xfrm>
            </p:grpSpPr>
            <p:sp>
              <p:nvSpPr>
                <p:cNvPr id="15" name="AutoShape 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666" y="1986"/>
                  <a:ext cx="348" cy="3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6"/>
                <p:cNvSpPr/>
                <p:nvPr/>
              </p:nvSpPr>
              <p:spPr bwMode="auto">
                <a:xfrm>
                  <a:off x="3666" y="2013"/>
                  <a:ext cx="348" cy="319"/>
                </a:xfrm>
                <a:custGeom>
                  <a:avLst/>
                  <a:gdLst>
                    <a:gd name="T0" fmla="*/ 271 w 348"/>
                    <a:gd name="T1" fmla="*/ 0 h 319"/>
                    <a:gd name="T2" fmla="*/ 232 w 348"/>
                    <a:gd name="T3" fmla="*/ 0 h 319"/>
                    <a:gd name="T4" fmla="*/ 232 w 348"/>
                    <a:gd name="T5" fmla="*/ 29 h 319"/>
                    <a:gd name="T6" fmla="*/ 251 w 348"/>
                    <a:gd name="T7" fmla="*/ 29 h 319"/>
                    <a:gd name="T8" fmla="*/ 317 w 348"/>
                    <a:gd name="T9" fmla="*/ 174 h 319"/>
                    <a:gd name="T10" fmla="*/ 239 w 348"/>
                    <a:gd name="T11" fmla="*/ 174 h 319"/>
                    <a:gd name="T12" fmla="*/ 210 w 348"/>
                    <a:gd name="T13" fmla="*/ 217 h 319"/>
                    <a:gd name="T14" fmla="*/ 138 w 348"/>
                    <a:gd name="T15" fmla="*/ 217 h 319"/>
                    <a:gd name="T16" fmla="*/ 109 w 348"/>
                    <a:gd name="T17" fmla="*/ 174 h 319"/>
                    <a:gd name="T18" fmla="*/ 31 w 348"/>
                    <a:gd name="T19" fmla="*/ 174 h 319"/>
                    <a:gd name="T20" fmla="*/ 97 w 348"/>
                    <a:gd name="T21" fmla="*/ 29 h 319"/>
                    <a:gd name="T22" fmla="*/ 116 w 348"/>
                    <a:gd name="T23" fmla="*/ 29 h 319"/>
                    <a:gd name="T24" fmla="*/ 116 w 348"/>
                    <a:gd name="T25" fmla="*/ 0 h 319"/>
                    <a:gd name="T26" fmla="*/ 77 w 348"/>
                    <a:gd name="T27" fmla="*/ 0 h 319"/>
                    <a:gd name="T28" fmla="*/ 0 w 348"/>
                    <a:gd name="T29" fmla="*/ 171 h 319"/>
                    <a:gd name="T30" fmla="*/ 0 w 348"/>
                    <a:gd name="T31" fmla="*/ 319 h 319"/>
                    <a:gd name="T32" fmla="*/ 348 w 348"/>
                    <a:gd name="T33" fmla="*/ 319 h 319"/>
                    <a:gd name="T34" fmla="*/ 348 w 348"/>
                    <a:gd name="T35" fmla="*/ 171 h 319"/>
                    <a:gd name="T36" fmla="*/ 271 w 348"/>
                    <a:gd name="T37" fmla="*/ 0 h 3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348" h="319">
                      <a:moveTo>
                        <a:pt x="271" y="0"/>
                      </a:moveTo>
                      <a:lnTo>
                        <a:pt x="232" y="0"/>
                      </a:lnTo>
                      <a:lnTo>
                        <a:pt x="232" y="29"/>
                      </a:lnTo>
                      <a:lnTo>
                        <a:pt x="251" y="29"/>
                      </a:lnTo>
                      <a:lnTo>
                        <a:pt x="317" y="174"/>
                      </a:lnTo>
                      <a:lnTo>
                        <a:pt x="239" y="174"/>
                      </a:lnTo>
                      <a:lnTo>
                        <a:pt x="210" y="217"/>
                      </a:lnTo>
                      <a:lnTo>
                        <a:pt x="138" y="217"/>
                      </a:lnTo>
                      <a:lnTo>
                        <a:pt x="109" y="174"/>
                      </a:lnTo>
                      <a:lnTo>
                        <a:pt x="31" y="174"/>
                      </a:lnTo>
                      <a:lnTo>
                        <a:pt x="97" y="29"/>
                      </a:lnTo>
                      <a:lnTo>
                        <a:pt x="116" y="29"/>
                      </a:lnTo>
                      <a:lnTo>
                        <a:pt x="116" y="0"/>
                      </a:lnTo>
                      <a:lnTo>
                        <a:pt x="77" y="0"/>
                      </a:lnTo>
                      <a:lnTo>
                        <a:pt x="0" y="171"/>
                      </a:lnTo>
                      <a:lnTo>
                        <a:pt x="0" y="319"/>
                      </a:lnTo>
                      <a:lnTo>
                        <a:pt x="348" y="319"/>
                      </a:lnTo>
                      <a:lnTo>
                        <a:pt x="348" y="171"/>
                      </a:lnTo>
                      <a:lnTo>
                        <a:pt x="271" y="0"/>
                      </a:lnTo>
                      <a:close/>
                    </a:path>
                  </a:pathLst>
                </a:custGeom>
                <a:solidFill>
                  <a:srgbClr val="005CA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pic>
          <p:nvPicPr>
            <p:cNvPr id="53" name="图片 52" descr="问号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88" y="4825"/>
              <a:ext cx="1223" cy="1223"/>
            </a:xfrm>
            <a:prstGeom prst="rect">
              <a:avLst/>
            </a:prstGeom>
          </p:spPr>
        </p:pic>
      </p:grpSp>
      <p:pic>
        <p:nvPicPr>
          <p:cNvPr id="11" name="图片 10" descr="logo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180721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小组分工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7" name="表格 46"/>
          <p:cNvGraphicFramePr/>
          <p:nvPr>
            <p:custDataLst>
              <p:tags r:id="rId1"/>
            </p:custDataLst>
          </p:nvPr>
        </p:nvGraphicFramePr>
        <p:xfrm>
          <a:off x="1668780" y="2364105"/>
          <a:ext cx="912876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690"/>
                <a:gridCol w="1504950"/>
                <a:gridCol w="565912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成员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占比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负责</a:t>
                      </a:r>
                      <a:r>
                        <a:rPr lang="zh-CN" altLang="en-US"/>
                        <a:t>内容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林文光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25%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OCR</a:t>
                      </a:r>
                      <a:r>
                        <a:rPr lang="zh-CN" altLang="en-US"/>
                        <a:t>引擎、批改算法</a:t>
                      </a:r>
                      <a:r>
                        <a:rPr lang="zh-CN" altLang="en-US"/>
                        <a:t>开发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廖帅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25%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后端服务集成部署</a:t>
                      </a:r>
                      <a:r>
                        <a:rPr lang="zh-CN" altLang="en-US"/>
                        <a:t>测试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林睿埼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25%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图像预处理、</a:t>
                      </a:r>
                      <a:r>
                        <a:rPr lang="en-US" altLang="zh-CN"/>
                        <a:t>AI</a:t>
                      </a:r>
                      <a:r>
                        <a:rPr lang="zh-CN" altLang="en-US"/>
                        <a:t>纠错</a:t>
                      </a:r>
                      <a:r>
                        <a:rPr lang="zh-CN" altLang="en-US"/>
                        <a:t>模块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林嘉晨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25%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前端</a:t>
                      </a:r>
                      <a:r>
                        <a:rPr lang="en-US" altLang="zh-CN"/>
                        <a:t>GUI</a:t>
                      </a:r>
                      <a:r>
                        <a:rPr lang="zh-CN" altLang="en-US"/>
                        <a:t>开发、</a:t>
                      </a:r>
                      <a:r>
                        <a:rPr lang="en-US" altLang="zh-CN"/>
                        <a:t>OCR</a:t>
                      </a:r>
                      <a:r>
                        <a:rPr lang="zh-CN" altLang="en-US"/>
                        <a:t>模型评测模块</a:t>
                      </a:r>
                      <a:r>
                        <a:rPr lang="zh-CN" altLang="en-US"/>
                        <a:t>开发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50" name="图片 49" descr="log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8350" y="173355"/>
            <a:ext cx="3545840" cy="678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0" y="-7"/>
            <a:ext cx="12192000" cy="2426618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0" y="2493941"/>
            <a:ext cx="12192000" cy="70698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36239" y="3909427"/>
            <a:ext cx="51195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  <a:endParaRPr lang="zh-CN" altLang="en-US" sz="6600" b="1" dirty="0">
              <a:solidFill>
                <a:srgbClr val="005C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23851" y="-24013"/>
            <a:ext cx="11544299" cy="315470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9900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900" b="1" dirty="0">
              <a:solidFill>
                <a:schemeClr val="bg1">
                  <a:alpha val="10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4876165" y="1196340"/>
            <a:ext cx="2439035" cy="243903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8E8E8"/>
              </a:gs>
            </a:gsLst>
            <a:lin ang="5400000" scaled="1"/>
            <a:tileRect/>
          </a:gradFill>
          <a:ln>
            <a:noFill/>
          </a:ln>
          <a:effectLst>
            <a:outerShdw blurRad="139700" dist="38100" dir="5400000" algn="t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2041" t="4894"/>
          <a:stretch>
            <a:fillRect/>
          </a:stretch>
        </p:blipFill>
        <p:spPr>
          <a:xfrm>
            <a:off x="5088890" y="1411605"/>
            <a:ext cx="2035175" cy="2032000"/>
          </a:xfrm>
          <a:prstGeom prst="ellipse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820160" y="5587365"/>
            <a:ext cx="4549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90204" pitchFamily="34" charset="0"/>
              <a:buNone/>
            </a:pP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小组成员：林文光、廖帅、林睿埼、林嘉晨</a:t>
            </a:r>
            <a:endParaRPr lang="zh-CN" altLang="en-US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5" grpId="0" animBg="1"/>
      <p:bldP spid="6" grpId="0" animBg="1"/>
      <p:bldP spid="12" grpId="0"/>
      <p:bldP spid="19" grpId="0"/>
      <p:bldP spid="20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2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3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4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5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6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7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8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9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10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11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12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13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14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15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16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17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18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19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20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21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22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23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24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25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26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27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03937007873}"/>
</p:tagLst>
</file>

<file path=ppt/tags/tag28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03937007873}"/>
</p:tagLst>
</file>

<file path=ppt/tags/tag29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03937007873}"/>
</p:tagLst>
</file>

<file path=ppt/tags/tag30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31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32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33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34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35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36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37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38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39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40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41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42.xml><?xml version="1.0" encoding="utf-8"?>
<p:tagLst xmlns:p="http://schemas.openxmlformats.org/presentationml/2006/main">
  <p:tag name="KSO_WM_DIAGRAM_VIRTUALLY_FRAME" val="{&quot;height&quot;:381.3395275590551,&quot;left&quot;:2.7596062992126464,&quot;top&quot;:99,&quot;width&quot;:957.2464566929133}"/>
</p:tagLst>
</file>

<file path=ppt/tags/tag43.xml><?xml version="1.0" encoding="utf-8"?>
<p:tagLst xmlns:p="http://schemas.openxmlformats.org/presentationml/2006/main">
  <p:tag name="TABLE_ENDDRAG_ORIGIN_RECT" val="742*274"/>
  <p:tag name="TABLE_ENDDRAG_RECT" val="120*116*742*274"/>
</p:tagLst>
</file>

<file path=ppt/tags/tag44.xml><?xml version="1.0" encoding="utf-8"?>
<p:tagLst xmlns:p="http://schemas.openxmlformats.org/presentationml/2006/main">
  <p:tag name="KSO_WM_DIAGRAM_VIRTUALLY_FRAME" val="{&quot;height&quot;:293.25,&quot;left&quot;:62.2,&quot;top&quot;:164.3,&quot;width&quot;:835.55}"/>
</p:tagLst>
</file>

<file path=ppt/tags/tag45.xml><?xml version="1.0" encoding="utf-8"?>
<p:tagLst xmlns:p="http://schemas.openxmlformats.org/presentationml/2006/main">
  <p:tag name="KSO_WM_DIAGRAM_VIRTUALLY_FRAME" val="{&quot;height&quot;:293.25,&quot;left&quot;:62.2,&quot;top&quot;:164.3,&quot;width&quot;:835.55}"/>
</p:tagLst>
</file>

<file path=ppt/tags/tag46.xml><?xml version="1.0" encoding="utf-8"?>
<p:tagLst xmlns:p="http://schemas.openxmlformats.org/presentationml/2006/main">
  <p:tag name="KSO_WM_DIAGRAM_VIRTUALLY_FRAME" val="{&quot;height&quot;:293.25,&quot;left&quot;:62.2,&quot;top&quot;:164.3,&quot;width&quot;:835.55}"/>
</p:tagLst>
</file>

<file path=ppt/tags/tag47.xml><?xml version="1.0" encoding="utf-8"?>
<p:tagLst xmlns:p="http://schemas.openxmlformats.org/presentationml/2006/main">
  <p:tag name="KSO_WM_DIAGRAM_VIRTUALLY_FRAME" val="{&quot;height&quot;:293.25,&quot;left&quot;:62.2,&quot;top&quot;:164.3,&quot;width&quot;:835.55}"/>
</p:tagLst>
</file>

<file path=ppt/tags/tag48.xml><?xml version="1.0" encoding="utf-8"?>
<p:tagLst xmlns:p="http://schemas.openxmlformats.org/presentationml/2006/main">
  <p:tag name="KSO_WM_DIAGRAM_VIRTUALLY_FRAME" val="{&quot;height&quot;:293.25,&quot;left&quot;:62.2,&quot;top&quot;:164.3,&quot;width&quot;:835.55}"/>
</p:tagLst>
</file>

<file path=ppt/tags/tag49.xml><?xml version="1.0" encoding="utf-8"?>
<p:tagLst xmlns:p="http://schemas.openxmlformats.org/presentationml/2006/main">
  <p:tag name="TABLE_ENDDRAG_ORIGIN_RECT" val="817*130"/>
  <p:tag name="TABLE_ENDDRAG_RECT" val="85*134*817*130"/>
</p:tagLst>
</file>

<file path=ppt/tags/tag50.xml><?xml version="1.0" encoding="utf-8"?>
<p:tagLst xmlns:p="http://schemas.openxmlformats.org/presentationml/2006/main">
  <p:tag name="KSO_WM_DIAGRAM_VIRTUALLY_FRAME" val="{&quot;height&quot;:293.25,&quot;left&quot;:62.2,&quot;top&quot;:164.3,&quot;width&quot;:835.55}"/>
</p:tagLst>
</file>

<file path=ppt/tags/tag51.xml><?xml version="1.0" encoding="utf-8"?>
<p:tagLst xmlns:p="http://schemas.openxmlformats.org/presentationml/2006/main">
  <p:tag name="TABLE_ENDDRAG_ORIGIN_RECT" val="817*160"/>
  <p:tag name="TABLE_ENDDRAG_RECT" val="85*315*817*160"/>
</p:tagLst>
</file>

<file path=ppt/tags/tag52.xml><?xml version="1.0" encoding="utf-8"?>
<p:tagLst xmlns:p="http://schemas.openxmlformats.org/presentationml/2006/main">
  <p:tag name="KSO_WM_DIAGRAM_VIRTUALLY_FRAME" val="{&quot;height&quot;:293.25,&quot;left&quot;:62.2,&quot;top&quot;:164.3,&quot;width&quot;:835.55}"/>
</p:tagLst>
</file>

<file path=ppt/tags/tag53.xml><?xml version="1.0" encoding="utf-8"?>
<p:tagLst xmlns:p="http://schemas.openxmlformats.org/presentationml/2006/main">
  <p:tag name="KSO_WM_DIAGRAM_VIRTUALLY_FRAME" val="{&quot;height&quot;:293.25,&quot;left&quot;:62.2,&quot;top&quot;:164.3,&quot;width&quot;:835.55}"/>
</p:tagLst>
</file>

<file path=ppt/tags/tag54.xml><?xml version="1.0" encoding="utf-8"?>
<p:tagLst xmlns:p="http://schemas.openxmlformats.org/presentationml/2006/main">
  <p:tag name="KSO_WM_DIAGRAM_VIRTUALLY_FRAME" val="{&quot;height&quot;:293.25,&quot;left&quot;:62.2,&quot;top&quot;:164.3,&quot;width&quot;:835.55}"/>
</p:tagLst>
</file>

<file path=ppt/tags/tag55.xml><?xml version="1.0" encoding="utf-8"?>
<p:tagLst xmlns:p="http://schemas.openxmlformats.org/presentationml/2006/main">
  <p:tag name="TABLE_ENDDRAG_ORIGIN_RECT" val="796*309"/>
  <p:tag name="TABLE_ENDDRAG_RECT" val="108*116*796*309"/>
</p:tagLst>
</file>

<file path=ppt/tags/tag56.xml><?xml version="1.0" encoding="utf-8"?>
<p:tagLst xmlns:p="http://schemas.openxmlformats.org/presentationml/2006/main">
  <p:tag name="KSO_DOCER_RESOURCE_TRACE_INFO" val="{&quot;id&quot;:&quot;50062563&quot;,&quot;origin&quot;:0,&quot;type&quot;:&quot;icons&quot;,&quot;user&quot;:&quot;1779640474&quot;}"/>
</p:tagLst>
</file>

<file path=ppt/tags/tag57.xml><?xml version="1.0" encoding="utf-8"?>
<p:tagLst xmlns:p="http://schemas.openxmlformats.org/presentationml/2006/main">
  <p:tag name="TABLE_ENDDRAG_ORIGIN_RECT" val="630*150"/>
  <p:tag name="TABLE_ENDDRAG_RECT" val="144*168*630*150"/>
</p:tagLst>
</file>

<file path=ppt/tags/tag58.xml><?xml version="1.0" encoding="utf-8"?>
<p:tagLst xmlns:p="http://schemas.openxmlformats.org/presentationml/2006/main">
  <p:tag name="KSO_WPP_MARK_KEY" val="363a21d4-a7e2-4e20-9814-b439e00d961a"/>
  <p:tag name="COMMONDATA" val="eyJoZGlkIjoiNTE5ZmNiMmMwMmFkM2RkYTdmOGFhOTIyYTI4ZmFjYjMifQ=="/>
  <p:tag name="resource_record_key" val="{&quot;10&quot;:[50062563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5393</Words>
  <Application>WPS 演示</Application>
  <PresentationFormat>自定义</PresentationFormat>
  <Paragraphs>670</Paragraphs>
  <Slides>28</Slides>
  <Notes>31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4" baseType="lpstr">
      <vt:lpstr>Arial</vt:lpstr>
      <vt:lpstr>宋体</vt:lpstr>
      <vt:lpstr>Wingdings</vt:lpstr>
      <vt:lpstr>微软雅黑</vt:lpstr>
      <vt:lpstr>汉仪旗黑</vt:lpstr>
      <vt:lpstr>宋体</vt:lpstr>
      <vt:lpstr>汉仪书宋二KW</vt:lpstr>
      <vt:lpstr>Arial Unicode MS</vt:lpstr>
      <vt:lpstr>微软雅黑</vt:lpstr>
      <vt:lpstr>Wingdings</vt:lpstr>
      <vt:lpstr>思源宋体 CN Medium</vt:lpstr>
      <vt:lpstr>思源宋体 CN Medium</vt:lpstr>
      <vt:lpstr>思源宋体 CN Light</vt:lpstr>
      <vt:lpstr>Times New Roman</vt:lpstr>
      <vt:lpstr>思源宋体 CN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基础架构处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0022</dc:title>
  <dc:creator>ZK</dc:creator>
  <cp:lastModifiedBy>林嘉晨</cp:lastModifiedBy>
  <cp:revision>151</cp:revision>
  <dcterms:created xsi:type="dcterms:W3CDTF">2026-06-25T12:18:21Z</dcterms:created>
  <dcterms:modified xsi:type="dcterms:W3CDTF">2026-06-25T12:18:21Z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60C54F89D2934444B9C20225F6BFE5BF</vt:lpwstr>
  </property>
</Properties>
</file>